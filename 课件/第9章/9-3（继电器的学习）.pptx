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53" r:id="rId4"/>
    <p:sldId id="354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：继电器的学习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继电器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3100" y="885825"/>
            <a:ext cx="6087745" cy="5861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、通常用于弱电（低电压、小电流）控制强电（高电压、大电流）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、其本质是一个电控机械开关，由两部分组成：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）控制端（弱电）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）被控端（强电）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/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控制端：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3.3V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5V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12V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24V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被控端：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220V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板上继电器参数：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5V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250V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10A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续流二极管的用法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0845" y="1360805"/>
            <a:ext cx="5328920" cy="368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常开和常闭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2350" y="1442085"/>
            <a:ext cx="10027285" cy="4194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常开：继电器线圈在未通电的状态下，触点处于断开状态。应用于特定条件下启动某个电器设备的场景：声控灯、电动门禁。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常闭：继电器线圈在未通电的状态下，触点处于闭合状态。应用于特定条件下断开连接的场合：燃气安全检测系统。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WPS 演示</Application>
  <PresentationFormat>宽屏</PresentationFormat>
  <Paragraphs>46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继电器</vt:lpstr>
      <vt:lpstr>常开和常闭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134</cp:revision>
  <dcterms:created xsi:type="dcterms:W3CDTF">2020-07-20T07:36:00Z</dcterms:created>
  <dcterms:modified xsi:type="dcterms:W3CDTF">2025-07-01T08:48:37Z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