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331" r:id="rId3"/>
    <p:sldId id="351" r:id="rId4"/>
    <p:sldId id="352" r:id="rId5"/>
    <p:sldId id="353" r:id="rId6"/>
    <p:sldId id="310" r:id="rId7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AFAFA"/>
    <a:srgbClr val="F5F5F5"/>
    <a:srgbClr val="5C64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0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gs" Target="tags/tag1.xml"/><Relationship Id="rId13" Type="http://schemas.openxmlformats.org/officeDocument/2006/relationships/commentAuthors" Target="commentAuthors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6903AD60-1E1B-49E5-889A-5081478A827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41DFA862-0DC3-4474-8F9C-5AE07FF4BC8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4" name="图片 3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056855" y="482600"/>
            <a:ext cx="4078288" cy="5937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800">
                <a:solidFill>
                  <a:schemeClr val="accent2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06437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4417" y="6092825"/>
            <a:ext cx="2844800" cy="217488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78817" y="6092825"/>
            <a:ext cx="3860800" cy="215900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092825"/>
            <a:ext cx="2844800" cy="215900"/>
          </a:xfrm>
        </p:spPr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2.png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金沙滩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95" y="62230"/>
            <a:ext cx="1097280" cy="10972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矩形 6"/>
          <p:cNvSpPr/>
          <p:nvPr/>
        </p:nvSpPr>
        <p:spPr>
          <a:xfrm>
            <a:off x="8246110" y="0"/>
            <a:ext cx="3835400" cy="650240"/>
          </a:xfrm>
          <a:prstGeom prst="rect">
            <a:avLst/>
          </a:prstGeom>
        </p:spPr>
        <p:txBody>
          <a:bodyPr wrap="none">
            <a:noAutofit/>
          </a:bodyPr>
          <a:p>
            <a:pPr algn="ctr"/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配套书籍：手把手教你学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51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单片机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--C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语言版（第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版）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06545" y="495935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青岛金思特电子有限公司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（金沙滩工作室）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011930" y="57099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作者：宋雪松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143510" y="2327275"/>
            <a:ext cx="12192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buNone/>
            </a:pPr>
            <a:r>
              <a:rPr lang="en-US" alt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9-4</a:t>
            </a:r>
            <a:r>
              <a:rPr lang="zh-CN" altLang="en-US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：</a:t>
            </a:r>
            <a:r>
              <a:rPr 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编程实用技巧案例</a:t>
            </a:r>
            <a:endParaRPr lang="zh-CN" sz="40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41400" y="5080"/>
            <a:ext cx="67678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回馈社会，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全面开源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所有资料。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开发板以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利润成本价销售（公开完整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成本清单）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35" y="3255645"/>
            <a:ext cx="121913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关注各大直播平台：金沙滩电子课堂，直播授课答疑</a:t>
            </a:r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标题 8193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sz="3600" dirty="0">
                <a:latin typeface="黑体" panose="02010609060101010101" charset="-122"/>
                <a:ea typeface="黑体" panose="02010609060101010101" charset="-122"/>
              </a:rPr>
              <a:t>不同数据类型之间的相互转换</a:t>
            </a:r>
            <a:endParaRPr lang="zh-CN" altLang="en-US" sz="360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2550" y="1208405"/>
            <a:ext cx="11979910" cy="56502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80000"/>
              </a:lnSpc>
              <a:buNone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unsigned char a;  unsigned int b; unsigned 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long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c;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80000"/>
              </a:lnSpc>
              <a:buNone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c = a*b;  a =1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00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; b = 700;  c=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？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4464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80000"/>
              </a:lnSpc>
              <a:buNone/>
            </a:pP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1、自动类型转换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2、强制类型转换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c = (unsigned long)a*b;   和 c = (unsigned long)(a*b)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3、不同类型变量的赋值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b=a;      a=b;       b=?    a= ?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700%256 = 188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4、bit型强制类型转换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bit   a = 0;   unsigned char b;  a = (bit)b;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a = ?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80000"/>
              </a:lnSpc>
              <a:buNone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	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标题 8193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sz="3600" dirty="0">
                <a:latin typeface="黑体" panose="02010609060101010101" charset="-122"/>
                <a:ea typeface="黑体" panose="02010609060101010101" charset="-122"/>
                <a:sym typeface="+mn-ea"/>
              </a:rPr>
              <a:t>定时器定时时间调整</a:t>
            </a:r>
            <a:endParaRPr lang="zh-CN" altLang="en-US" sz="360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45515" y="1116965"/>
            <a:ext cx="10492105" cy="50857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90000"/>
              </a:lnSpc>
            </a:pPr>
            <a:b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</a:b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单片机进出中断都需要响应时间，并且需要进行压栈。</a:t>
            </a:r>
            <a:b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</a:br>
            <a:b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</a:b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方法一：使用debug观察时间，进行补偿。</a:t>
            </a:r>
            <a:b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</a:br>
            <a:b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</a:b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方法二：长时间运行累计误差进行调整      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90000"/>
              </a:lnSpc>
            </a:pP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字节操作修改位 TMOD &amp;= 0xF0; TMOD |= 0x01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TMOD = 0x01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；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b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</a:b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对于一个字节的任何一位来说，不管原来这一位是0还是1  </a:t>
            </a:r>
            <a:b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</a:br>
            <a:b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</a:b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它跟0进行与运算，结果就是0    跟1进行与运算，保持原来的值</a:t>
            </a:r>
            <a:b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</a:br>
            <a:b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</a:b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它跟1进行或运算，结果就是1    跟0进行或运算，保持原来的值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TMOD = TMOD&amp;0xF0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；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标题 10241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sz="3600" dirty="0">
                <a:latin typeface="黑体" panose="02010609060101010101" charset="-122"/>
                <a:ea typeface="黑体" panose="02010609060101010101" charset="-122"/>
              </a:rPr>
              <a:t>数码管扫描函数算法改进</a:t>
            </a:r>
            <a:endParaRPr lang="zh-CN" altLang="en-US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97890" y="1280160"/>
            <a:ext cx="10237470" cy="50914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switch (i)</a:t>
            </a:r>
            <a:endParaRPr lang="zh-CN" altLang="en-US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{   case 0: ADDR2=0; ADDR1=0; ADDR0=0; i++; P0=LedBuff[0]; break;</a:t>
            </a:r>
            <a:endParaRPr lang="zh-CN" altLang="en-US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    case 1: ADDR2=0; ADDR1=0; ADDR0=1; i++; P0=LedBuff[1]; break;</a:t>
            </a:r>
            <a:endParaRPr lang="zh-CN" altLang="en-US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    case 2: ADDR2=0; ADDR1=1; ADDR0=0; i++; P0=LedBuff[2]; break;</a:t>
            </a:r>
            <a:endParaRPr lang="zh-CN" altLang="en-US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    case 3: ADDR2=0; ADDR1=1; ADDR0=1; i++; P0=LedBuff[3]; break;</a:t>
            </a:r>
            <a:endParaRPr lang="zh-CN" altLang="en-US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    case 4: ADDR2=1; ADDR1=0; ADDR0=0; i++; P0=LedBuff[4]; break;</a:t>
            </a:r>
            <a:endParaRPr lang="zh-CN" altLang="en-US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    case 5: ADDR2=1; ADDR1=0; ADDR0=1; i=0; P0=LedBuff[5]; break;</a:t>
            </a:r>
            <a:endParaRPr lang="zh-CN" altLang="en-US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    default: break;</a:t>
            </a:r>
            <a:endParaRPr lang="zh-CN" altLang="en-US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}</a:t>
            </a:r>
            <a:endParaRPr lang="zh-CN" altLang="en-US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    P1 = (P1 &amp; 0xF8) | i;</a:t>
            </a:r>
            <a:endParaRPr lang="zh-CN" altLang="en-US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    P0 = LedBuff[i];</a:t>
            </a:r>
            <a:endParaRPr lang="zh-CN" altLang="en-US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    if (i &lt; 5)</a:t>
            </a:r>
            <a:endParaRPr lang="zh-CN" altLang="en-US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        i++;</a:t>
            </a:r>
            <a:endParaRPr lang="zh-CN" altLang="en-US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    else</a:t>
            </a:r>
            <a:endParaRPr lang="zh-CN" altLang="en-US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        i = 0;  </a:t>
            </a:r>
            <a:endParaRPr lang="zh-CN" altLang="en-US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-635" y="906145"/>
            <a:ext cx="12192635" cy="36652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ctr" fontAlgn="base">
              <a:lnSpc>
                <a:spcPct val="150000"/>
              </a:lnSpc>
            </a:pPr>
            <a:r>
              <a:rPr lang="zh-CN" altLang="en-US" sz="36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金沙滩工作室业务介绍</a:t>
            </a:r>
            <a:endParaRPr lang="zh-CN" altLang="en-US" sz="36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  <a:sym typeface="+mn-ea"/>
            </a:endParaRPr>
          </a:p>
          <a:p>
            <a:pPr indent="0" algn="ctr" fontAlgn="base">
              <a:lnSpc>
                <a:spcPct val="150000"/>
              </a:lnSpc>
            </a:pPr>
            <a:r>
              <a:rPr lang="en-US" altLang="zh-CN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         </a:t>
            </a: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金沙滩工作室：单片机嵌入式教学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青岛金思特电子有限公司：逻辑分析仪、智能仪器</a:t>
            </a:r>
            <a:endParaRPr lang="en-US" altLang="zh-CN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青岛方寸间智能科技有限公司：五子棋、围棋智能电子棋盘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jb3VudCI6MiwiaGRpZCI6ImZjYWE3MzUyYmNhZWZlOTVlZTMxMGRhOGMyYTRjNGE5IiwidXNlckNvdW50IjoyfQ==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思源黑体">
      <a:majorFont>
        <a:latin typeface="思源黑体 CN Medium"/>
        <a:ea typeface="思源黑体 CN Medium"/>
        <a:cs typeface=""/>
      </a:majorFont>
      <a:minorFont>
        <a:latin typeface="思源黑体 CN ExtraLight"/>
        <a:ea typeface="思源黑体 CN Extra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Extra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1384</Words>
  <Application>WPS 演示</Application>
  <PresentationFormat>宽屏</PresentationFormat>
  <Paragraphs>76</Paragraphs>
  <Slides>5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5" baseType="lpstr">
      <vt:lpstr>Arial</vt:lpstr>
      <vt:lpstr>宋体</vt:lpstr>
      <vt:lpstr>Wingdings</vt:lpstr>
      <vt:lpstr>思源黑体 CN ExtraLight</vt:lpstr>
      <vt:lpstr>黑体</vt:lpstr>
      <vt:lpstr>微软雅黑</vt:lpstr>
      <vt:lpstr>Arial Black</vt:lpstr>
      <vt:lpstr>Arial Unicode MS</vt:lpstr>
      <vt:lpstr>思源黑体 CN Medium</vt:lpstr>
      <vt:lpstr>1_Office 主题​​</vt:lpstr>
      <vt:lpstr>PowerPoint 演示文稿</vt:lpstr>
      <vt:lpstr>不同数据类型之间的相互转换</vt:lpstr>
      <vt:lpstr>定时器定时时间调整</vt:lpstr>
      <vt:lpstr>数码管扫描函数算法改进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ccs</cp:lastModifiedBy>
  <cp:revision>147</cp:revision>
  <dcterms:created xsi:type="dcterms:W3CDTF">2020-07-20T07:36:00Z</dcterms:created>
  <dcterms:modified xsi:type="dcterms:W3CDTF">2025-07-01T08:49:31Z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2052-12.1.0.18608</vt:lpwstr>
  </property>
  <property fmtid="{D5CDD505-2E9C-101B-9397-08002B2CF9AE}" pid="3" name="KSOTemplateUUID">
    <vt:lpwstr>v1.0_mb_iCO9wmVySDXo1sQXpH0/SQ==</vt:lpwstr>
  </property>
  <property fmtid="{D5CDD505-2E9C-101B-9397-08002B2CF9AE}" pid="4" name="ICV">
    <vt:lpwstr>91E6A3D7EBBA4D7D8574D3294ECBBD5D_13</vt:lpwstr>
  </property>
</Properties>
</file>