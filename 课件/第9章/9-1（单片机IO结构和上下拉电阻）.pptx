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04" r:id="rId3"/>
    <p:sldId id="353" r:id="rId4"/>
    <p:sldId id="354" r:id="rId5"/>
    <p:sldId id="355" r:id="rId6"/>
    <p:sldId id="310" r:id="rId7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6135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9-1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：单片机</a:t>
            </a: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IO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口结构和上下拉电阻</a:t>
            </a:r>
            <a:endParaRPr lang="zh-CN" altLang="en-US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标题 716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单片机IO口的结构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7171" name="图片 71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435" y="1821815"/>
            <a:ext cx="11835765" cy="2759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819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上下拉电阻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30300" y="1052195"/>
            <a:ext cx="9971405" cy="53625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90000"/>
              </a:lnSpc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上拉电阻就是将不确定的信号通过一个电阻拉到高电平，同时此电阻起到一个限流的作用，下拉就是下拉到低电平。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1、OC门要输出高电平，外部必须加上拉电阻。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2、加大普通IO口的驱动能力。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3、起到限流的作用。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4、抵抗电磁干扰。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921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上下拉电阻的选取原则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60780" y="1351915"/>
            <a:ext cx="10013950" cy="25628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/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1、从降低功耗方面考虑应该足够大，因为电阻越大，电流越小。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/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2、从确保足够的引脚驱动能力考虑应该足够小，电阻越小，电流才能越大。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/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3、开漏输出时，过大的上拉电阻会导致信号上升沿变缓。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/>
            <a:endParaRPr lang="zh-CN" altLang="en-US" sz="2800" b="1" dirty="0"/>
          </a:p>
          <a:p>
            <a:pPr indent="0" fontAlgn="auto">
              <a:buNone/>
            </a:pPr>
            <a:r>
              <a:rPr lang="zh-CN" altLang="en-US" sz="2800" b="1" dirty="0">
                <a:sym typeface="+mn-ea"/>
              </a:rPr>
              <a:t>    </a:t>
            </a:r>
            <a:endParaRPr lang="zh-CN" altLang="en-US" sz="2800" b="1" dirty="0"/>
          </a:p>
          <a:p>
            <a:pPr indent="0" fontAlgn="auto"/>
            <a:endParaRPr lang="zh-CN" altLang="en-US" sz="2800" b="1" dirty="0"/>
          </a:p>
          <a:p>
            <a:pPr indent="0" fontAlgn="auto"/>
            <a:endParaRPr lang="zh-CN" altLang="en-US" sz="2800" b="1" dirty="0"/>
          </a:p>
        </p:txBody>
      </p:sp>
      <p:pic>
        <p:nvPicPr>
          <p:cNvPr id="9220" name="图片 92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3718" y="4157028"/>
            <a:ext cx="8421687" cy="18002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484</Words>
  <Application>WPS 演示</Application>
  <PresentationFormat>宽屏</PresentationFormat>
  <Paragraphs>48</Paragraphs>
  <Slides>5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单片机IO口的结构</vt:lpstr>
      <vt:lpstr>上下拉电阻</vt:lpstr>
      <vt:lpstr>上下拉电阻的选取原则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146</cp:revision>
  <dcterms:created xsi:type="dcterms:W3CDTF">2020-07-20T07:36:00Z</dcterms:created>
  <dcterms:modified xsi:type="dcterms:W3CDTF">2025-07-01T08:47:22Z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