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53" r:id="rId4"/>
    <p:sldId id="351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270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9-7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实现呼吸灯效果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呼吸灯功能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让多个亮度等级连续起来，会产生一个小灯渐变的效果，与呼吸有点类似，习惯称之为呼吸灯。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457200"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常用于灯光秀、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KTV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等舞台效果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呼吸灯函数说明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ConfigTimer1(unsigned int ms)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配置并启动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ms-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定时时间，用来定时动态调整占空比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ConfigPWM(unsigned int fr, unsigned char dc)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用定时器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配置并启动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PWM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fr-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频率，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dc-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占空比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AdjustDutyCycle(unsigned char dc)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占空比调整函数，频率不变只调整占空比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中断用于产生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PWM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中断用于调整占空比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WPS 演示</Application>
  <PresentationFormat>宽屏</PresentationFormat>
  <Paragraphs>42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呼吸灯功能</vt:lpstr>
      <vt:lpstr>呼吸灯函数说明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146</cp:revision>
  <dcterms:created xsi:type="dcterms:W3CDTF">2020-07-20T07:36:00Z</dcterms:created>
  <dcterms:modified xsi:type="dcterms:W3CDTF">2025-07-01T08:52:17Z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