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31" r:id="rId3"/>
    <p:sldId id="357" r:id="rId4"/>
    <p:sldId id="310" r:id="rId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230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蜂鸣器的学习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蜂鸣器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4740" y="2268220"/>
            <a:ext cx="4921885" cy="43040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65935" y="1119505"/>
            <a:ext cx="9765030" cy="184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按结构分类：压电式蜂鸣器（高频，报警器）和电磁式蜂鸣器（低频，提示器）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按驱动方式：有源蜂鸣器和无源蜂鸣器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WPS 演示</Application>
  <PresentationFormat>宽屏</PresentationFormat>
  <Paragraphs>28</Paragraphs>
  <Slides>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蜂鸣器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146</cp:revision>
  <dcterms:created xsi:type="dcterms:W3CDTF">2020-07-20T07:36:00Z</dcterms:created>
  <dcterms:modified xsi:type="dcterms:W3CDTF">2025-07-01T08:47:51Z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