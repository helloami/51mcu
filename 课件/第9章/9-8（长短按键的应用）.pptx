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31" r:id="rId3"/>
    <p:sldId id="353" r:id="rId4"/>
    <p:sldId id="351" r:id="rId5"/>
    <p:sldId id="310" r:id="rId6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5754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9-8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：长短按键的应用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53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长按键的执行逻辑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365" y="920750"/>
            <a:ext cx="9276715" cy="5523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长短按键检测：检测到一个按键动作，马上执行一次相应的动作，同时在程序中记录按键按下的持续时间。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当按下的时间大于1秒后，每经过200ms执行一次按键动作。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706755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模拟定时炸弹程序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1362075"/>
            <a:ext cx="12192635" cy="5429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KeyDriver()  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按键驱动函数，检测按键动作，调度相应动作函数，需在主循环中调用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void KeyAction(unsigned char keycode) 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按键动作函数，根据键码执行相应操作，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keycode-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按键键码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void ConfigTimer0(unsigned int ms) 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void ShowNumber(unsigned long num)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void KeyScan()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void LedScan()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void InterruptTimer0() 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</Words>
  <Application>WPS 演示</Application>
  <PresentationFormat>宽屏</PresentationFormat>
  <Paragraphs>51</Paragraphs>
  <Slides>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长按键的执行逻辑</vt:lpstr>
      <vt:lpstr>模拟定时炸弹程序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145</cp:revision>
  <dcterms:created xsi:type="dcterms:W3CDTF">2020-07-20T07:36:00Z</dcterms:created>
  <dcterms:modified xsi:type="dcterms:W3CDTF">2025-07-01T08:52:59Z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