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31" r:id="rId3"/>
    <p:sldId id="348" r:id="rId4"/>
    <p:sldId id="349" r:id="rId5"/>
    <p:sldId id="310" r:id="rId6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992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9-5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：实用秒表例程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秒表程序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2320" y="1136650"/>
            <a:ext cx="10208895" cy="4541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1、程序涵盖定时器、数码管、中断、按键等多个知识点。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2、补偿误差，足够精确。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3、显示精准，保留小数点后两位有效数字，精确到10ms。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4、真正的、实用的秒表程序，贴近实际开发，做大项目的基础。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706755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重要函数分析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635" y="982345"/>
            <a:ext cx="12192635" cy="5809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ConfigTimer0(unsigned int ms)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配置并启动定时器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StopwatchDisplay()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秒表计数显示函数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StopwatchAction()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秒表启停函数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StopwatchReset()    //</a:t>
            </a:r>
            <a:r>
              <a:rPr 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秒表复位函数</a:t>
            </a:r>
            <a:endParaRPr 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StopwatchCount()    //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秒表计数函数，每隔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10ms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调用一次进行秒表计数累加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KeyDriver()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KeyScan()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void LedScan()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b="1" dirty="0"/>
          </a:p>
          <a:p>
            <a:pPr>
              <a:lnSpc>
                <a:spcPct val="90000"/>
              </a:lnSpc>
            </a:pP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WPS 演示</Application>
  <PresentationFormat>宽屏</PresentationFormat>
  <Paragraphs>50</Paragraphs>
  <Slides>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秒表程序</vt:lpstr>
      <vt:lpstr>重要函数分析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138</cp:revision>
  <dcterms:created xsi:type="dcterms:W3CDTF">2020-07-20T07:36:00Z</dcterms:created>
  <dcterms:modified xsi:type="dcterms:W3CDTF">2025-07-01T08:50:42Z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