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5" r:id="rId4"/>
    <p:sldId id="356" r:id="rId5"/>
    <p:sldId id="357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9-6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PWM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的初步认识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PWM知识与实例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24075" y="981075"/>
            <a:ext cx="77196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PWM： Pulse  Width Modulation 脉冲宽度调制，使用数字信号达到模拟信号的效果</a:t>
            </a:r>
            <a:r>
              <a:rPr lang="zh-CN" altLang="en-US" sz="3200" b="1" dirty="0">
                <a:sym typeface="+mn-ea"/>
              </a:rPr>
              <a:t>   </a:t>
            </a:r>
            <a:endParaRPr lang="zh-CN" altLang="en-US" sz="3200" b="1" dirty="0"/>
          </a:p>
          <a:p>
            <a:endParaRPr lang="zh-CN" altLang="en-US" b="1" dirty="0"/>
          </a:p>
          <a:p>
            <a:endParaRPr lang="zh-CN" altLang="en-US" b="1" dirty="0"/>
          </a:p>
        </p:txBody>
      </p:sp>
      <p:pic>
        <p:nvPicPr>
          <p:cNvPr id="12292" name="图片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325" y="2096135"/>
            <a:ext cx="8370888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124075" y="4718685"/>
            <a:ext cx="68700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>
              <a:lnSpc>
                <a:spcPct val="10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占空比：高电平的时间整个周期的比例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PWM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调整小灯亮度原理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6055" y="1136650"/>
            <a:ext cx="11804650" cy="4541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1、占空比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10%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，小灯最亮；占空比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40%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，亮度次之；占空比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90%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，小灯最暗。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" y="1891665"/>
            <a:ext cx="12016105" cy="3786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1265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PWM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调整小灯亮度程序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6055" y="1136650"/>
            <a:ext cx="11804650" cy="4541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ConfigPWM(unsigned int fr, unsigned char dc)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/*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配置并启动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fr-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频率，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dc-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占空比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ClosePWM()    /*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关闭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PWM */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、定时器中断：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PWM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的高电平定时和低电平定时的切换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WPS 演示</Application>
  <PresentationFormat>宽屏</PresentationFormat>
  <Paragraphs>50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PWM知识与实例</vt:lpstr>
      <vt:lpstr>PWM调整小灯亮度原理</vt:lpstr>
      <vt:lpstr>PWM调整小灯亮度程序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144</cp:revision>
  <dcterms:created xsi:type="dcterms:W3CDTF">2020-07-20T07:36:00Z</dcterms:created>
  <dcterms:modified xsi:type="dcterms:W3CDTF">2025-07-01T08:51:35Z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