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31" r:id="rId3"/>
    <p:sldId id="361" r:id="rId4"/>
    <p:sldId id="363" r:id="rId5"/>
    <p:sldId id="368" r:id="rId6"/>
    <p:sldId id="362" r:id="rId7"/>
    <p:sldId id="364" r:id="rId8"/>
    <p:sldId id="366" r:id="rId9"/>
    <p:sldId id="367" r:id="rId10"/>
    <p:sldId id="310" r:id="rId11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6516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13-4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FLASH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存储器的学习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921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Flash</a:t>
            </a:r>
            <a:r>
              <a:rPr 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简介</a:t>
            </a:r>
            <a:endParaRPr lang="zh-CN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3005" y="1151890"/>
            <a:ext cx="10013950" cy="5529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2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Flash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存储器又名闪存，也是一种掉电后可以存储数据的存储器，按主要类型分为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NOR Flash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NAND Flash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Flash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存储器在现代电子设备中扮演着重要角色，广泛应用于手机、平板、数码相机等消费电子产品，以及汽车、工业控制、航空航天等领域。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921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Flash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比较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EEPROM</a:t>
            </a:r>
            <a:endParaRPr lang="en-US" altLang="zh-CN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3005" y="1151890"/>
            <a:ext cx="10013950" cy="5529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2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Flash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存储器能够提高更高的存储密度，容量更大，适合需要大容量存储的场景。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Flash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存储器读写速度更快。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Flash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写入操作比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EEPROM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更复杂。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9217"/>
          <p:cNvSpPr>
            <a:spLocks noGrp="1"/>
          </p:cNvSpPr>
          <p:nvPr>
            <p:ph type="title"/>
          </p:nvPr>
        </p:nvSpPr>
        <p:spPr>
          <a:xfrm>
            <a:off x="725805" y="105728"/>
            <a:ext cx="10972800" cy="706437"/>
          </a:xfrm>
        </p:spPr>
        <p:txBody>
          <a:bodyPr anchor="ctr" anchorCtr="0"/>
          <a:p>
            <a:pPr algn="ctr"/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Flash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指令集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0705" y="899160"/>
            <a:ext cx="5989955" cy="583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9217"/>
          <p:cNvSpPr>
            <a:spLocks noGrp="1"/>
          </p:cNvSpPr>
          <p:nvPr>
            <p:ph type="title"/>
          </p:nvPr>
        </p:nvSpPr>
        <p:spPr>
          <a:xfrm>
            <a:off x="725805" y="105728"/>
            <a:ext cx="10972800" cy="706437"/>
          </a:xfrm>
        </p:spPr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读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Flash</a:t>
            </a:r>
            <a:r>
              <a:rPr 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流程</a:t>
            </a:r>
            <a:endParaRPr lang="zh-CN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83005" y="1151890"/>
            <a:ext cx="10013950" cy="5529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2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读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Flash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流程：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、检测是否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忙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、使能引脚，写入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读数据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指令。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、发送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Flash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读数据起始地址，需要注意的是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W25Q32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这颗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Flash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的存储空间是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32Mbit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，即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4M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字节，因此他的地址是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24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位地址。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、根据当前地址读取相应数量的数据。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9217"/>
          <p:cNvSpPr>
            <a:spLocks noGrp="1"/>
          </p:cNvSpPr>
          <p:nvPr>
            <p:ph type="title"/>
          </p:nvPr>
        </p:nvSpPr>
        <p:spPr>
          <a:xfrm>
            <a:off x="725805" y="105728"/>
            <a:ext cx="10972800" cy="706437"/>
          </a:xfrm>
        </p:spPr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写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Flash</a:t>
            </a:r>
            <a:r>
              <a:rPr 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流程</a:t>
            </a:r>
            <a:endParaRPr lang="zh-CN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83005" y="1151890"/>
            <a:ext cx="10013950" cy="5529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2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、检测是否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忙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、使能引脚，写入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写使能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指令。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、发送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页写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指令。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、发送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Flash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写数据起始地址。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、连续发送要写入的数据，写入到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Flash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中去。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值得注意的是，如果写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Flash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的数据牵扯到跨页写入，需要对跨页进行操作处理。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flash.c</a:t>
            </a:r>
            <a:endParaRPr lang="en-US" altLang="zh-CN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800" y="1176655"/>
            <a:ext cx="12141835" cy="5555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特殊指令进行宏定义。</a:t>
            </a:r>
            <a:endParaRPr 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SPIWrite(unsigned char dat)/* SPI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总线写操作：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dat-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待写入字节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unsigned char SPIRead()/* SPI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总线读操作：返回值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读到的字节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FlashBusyWait()/* Flash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忙等待函数，循环查询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busy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标志位，至芯片不再忙时函数返回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FlashRead(unsigned char *buf, unsigned long addr, unsigned int len)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/* Flash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读取函数：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buf-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数据接收指针，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addr-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起始地址，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len-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读取长度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flash.c</a:t>
            </a:r>
            <a:endParaRPr lang="en-US" altLang="zh-CN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800" y="1149985"/>
            <a:ext cx="12141835" cy="5546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FlashSectorErase(unsigned long addr)/* Flash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扇区擦除函数：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addr-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擦除地址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unsigned int FlashPageWrite(unsigned char *buf, unsigned long addr, unsigned int len)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/* Flash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页写入函数：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buf-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源数据指针，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addr-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起始地址，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len-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待写入长度，返回值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实际写入长度；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本函数不保证将全部数据都写入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Flash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中，当地址跨页时即停止写入，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如写入数据需跨页时，请在在调用时自行处理跨页及可能的擦除操作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1344</Words>
  <Application>WPS 演示</Application>
  <PresentationFormat>宽屏</PresentationFormat>
  <Paragraphs>81</Paragraphs>
  <Slides>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Flash简介</vt:lpstr>
      <vt:lpstr>Flash比较EEPROM</vt:lpstr>
      <vt:lpstr>Flash指令集</vt:lpstr>
      <vt:lpstr>读Flash流程</vt:lpstr>
      <vt:lpstr>写Flash流程</vt:lpstr>
      <vt:lpstr>flash.c</vt:lpstr>
      <vt:lpstr>flash.c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160</cp:revision>
  <dcterms:created xsi:type="dcterms:W3CDTF">2020-07-20T07:36:00Z</dcterms:created>
  <dcterms:modified xsi:type="dcterms:W3CDTF">2025-07-01T09:27:08Z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