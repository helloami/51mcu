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331" r:id="rId3"/>
    <p:sldId id="371" r:id="rId4"/>
    <p:sldId id="372" r:id="rId5"/>
    <p:sldId id="373" r:id="rId6"/>
    <p:sldId id="374" r:id="rId7"/>
    <p:sldId id="310" r:id="rId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3087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13-3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SPI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通信时序的学习</a:t>
            </a:r>
            <a:endParaRPr lang="zh-CN" altLang="en-US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SPI时序的初步认识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3645" y="981075"/>
            <a:ext cx="9910445" cy="52457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SPI ：Serial Peripheral Interface 是一种高速的、全双工、同步通信总线。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应用：单片机和EEPROM、实时时钟、数字信号处理器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SSEL：片选，也写做SCS，从设备片选使能信号。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SCLK：时钟，也写作SCK，由主机产生，和SCL类似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MOSI：主机输出从机输入，Master Output/Slave Input，主机给从机发送指令或者数据的通道。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MISO：主机输入从机输出，Master Input/Slave Output，主机读取从机的状态或者数据的通道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标题 9217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SPI的四种模式</a:t>
            </a:r>
            <a:endParaRPr lang="zh-CN" altLang="en-US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83005" y="1151890"/>
            <a:ext cx="10013950" cy="16021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fontAlgn="auto">
              <a:lnSpc>
                <a:spcPct val="12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CPOL：Clock Polarity，即时钟极性。空闲状态为高电平，则CPOL=1，空闲状态为低电平，则CPOL=0。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CPHA：Clock Phase，即时钟相位。CPHA=1表示数据的输出是在一个时钟周期的第一个沿。CPHA=0表示数据的采样是在一个时钟周期的第一个沿。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9220" name="图片 9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513" y="2924810"/>
            <a:ext cx="8693150" cy="3025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2" name="图片 102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9990" y="44450"/>
            <a:ext cx="7272338" cy="6373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标题 8193"/>
          <p:cNvSpPr>
            <a:spLocks noGrp="1"/>
          </p:cNvSpPr>
          <p:nvPr>
            <p:ph type="title"/>
          </p:nvPr>
        </p:nvSpPr>
        <p:spPr>
          <a:xfrm>
            <a:off x="609600" y="2960688"/>
            <a:ext cx="10972800" cy="706437"/>
          </a:xfrm>
        </p:spPr>
        <p:txBody>
          <a:bodyPr anchor="ctr" anchorCtr="0"/>
          <a:p>
            <a:pPr algn="ctr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使用逻辑分析仪模拟协议数据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</Words>
  <Application>WPS 演示</Application>
  <PresentationFormat>宽屏</PresentationFormat>
  <Paragraphs>40</Paragraphs>
  <Slides>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SPI时序的初步认识</vt:lpstr>
      <vt:lpstr>SPI的四种模式</vt:lpstr>
      <vt:lpstr>PowerPoint 演示文稿</vt:lpstr>
      <vt:lpstr>使用逻辑分析仪模拟协议数据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150</cp:revision>
  <dcterms:created xsi:type="dcterms:W3CDTF">2020-07-20T07:36:00Z</dcterms:created>
  <dcterms:modified xsi:type="dcterms:W3CDTF">2025-07-01T09:24:46Z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