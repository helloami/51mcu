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31" r:id="rId3"/>
    <p:sldId id="367" r:id="rId4"/>
    <p:sldId id="368" r:id="rId5"/>
    <p:sldId id="369" r:id="rId6"/>
    <p:sldId id="370" r:id="rId7"/>
    <p:sldId id="310" r:id="rId8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5754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13-2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DS18B20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温度传感器例程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DS18B20.c</a:t>
            </a:r>
            <a:endParaRPr lang="en-US" altLang="zh-CN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800" y="1191895"/>
            <a:ext cx="12141835" cy="5466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DelayX10us(unsigned char t)/*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软件延时函数，延时时间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(t*10)us 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bit Get18B20Ack()/*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复位总线，获取存在脉冲，以启动一次读写操作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Write18B20(unsigned char dat)/*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向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DS18B20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写一个字节，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dat-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待写入字节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unsigned char Read18B20()/*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DS18B20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读取一个字节，返回值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读到的字节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bit Start18B20()/*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启动一次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18B20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温度转换，返回值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表示是否启动成功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bit Get18B20Temp(int *temp)/*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读取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DS18B20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转换的温度值，返回值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表示是否读取成功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main.c</a:t>
            </a:r>
            <a:endParaRPr lang="en-US" altLang="zh-CN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800" y="1191895"/>
            <a:ext cx="12141835" cy="5466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main()  //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每隔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秒读取一次温度，并且在数码管上显示出来，并且启动下一次转换。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ConfigTimer0(unsigned int ms)/*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配置并启动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ms-T0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定时时间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InterruptTimer0() interrupt 1 /* T0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中断服务函数，完成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秒定时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Led.c</a:t>
            </a:r>
            <a:endParaRPr lang="en-US" altLang="zh-CN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800" y="1191895"/>
            <a:ext cx="12141835" cy="5466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InitLed()/* LED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初始化函数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LedScan()/* LED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动态扫描函数，在定时中断中调用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LedNumber(unsigned char index, unsigned char num, unsigned char point)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/*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数码管上显示一位数字，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index-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数码管位索引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从右到左对应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～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5)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num-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待显示的数字，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point-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代表是否显示该位上的小数点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使用逻辑分析仪分析测量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DS18B20</a:t>
            </a:r>
            <a:endParaRPr lang="en-US" altLang="zh-CN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13155"/>
            <a:ext cx="12186920" cy="5267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1022</Words>
  <Application>WPS 演示</Application>
  <PresentationFormat>宽屏</PresentationFormat>
  <Paragraphs>57</Paragraphs>
  <Slides>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DS18B20.c</vt:lpstr>
      <vt:lpstr>main.c</vt:lpstr>
      <vt:lpstr>Led.c</vt:lpstr>
      <vt:lpstr>使用逻辑分析仪分析测量DS18B20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164</cp:revision>
  <dcterms:created xsi:type="dcterms:W3CDTF">2020-07-20T07:36:00Z</dcterms:created>
  <dcterms:modified xsi:type="dcterms:W3CDTF">2025-07-01T09:24:03Z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