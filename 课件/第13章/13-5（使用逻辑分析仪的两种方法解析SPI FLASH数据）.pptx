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31" r:id="rId3"/>
    <p:sldId id="361" r:id="rId4"/>
    <p:sldId id="362" r:id="rId5"/>
    <p:sldId id="363" r:id="rId6"/>
    <p:sldId id="365" r:id="rId7"/>
    <p:sldId id="366" r:id="rId8"/>
    <p:sldId id="367" r:id="rId9"/>
    <p:sldId id="310" r:id="rId10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135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13-5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使用逻辑分析仪的两种方法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457200"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解析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SPI FLASH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648710"/>
            <a:ext cx="12191365" cy="651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61035" y="180658"/>
            <a:ext cx="10972800" cy="706437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配置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SPI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1375" y="1227455"/>
            <a:ext cx="5429885" cy="4402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61035" y="180658"/>
            <a:ext cx="10972800" cy="706437"/>
          </a:xfrm>
        </p:spPr>
        <p:txBody>
          <a:bodyPr anchor="ctr" anchorCtr="0"/>
          <a:p>
            <a:pPr algn="ctr"/>
            <a:r>
              <a:rPr 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抓取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SPI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波形并且解析数据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1717675"/>
            <a:ext cx="12098020" cy="2350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61035" y="180658"/>
            <a:ext cx="10972800" cy="706437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配置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QSPI-FLASH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0650" y="1203960"/>
            <a:ext cx="4079240" cy="50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61035" y="180658"/>
            <a:ext cx="10972800" cy="706437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QSPI-flash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解析数据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10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" y="1418590"/>
            <a:ext cx="12132310" cy="1970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61035" y="180658"/>
            <a:ext cx="10972800" cy="706437"/>
          </a:xfrm>
        </p:spPr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QSPI-flash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协议数据导出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885" y="1257935"/>
            <a:ext cx="6261100" cy="3577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61035" y="180658"/>
            <a:ext cx="10972800" cy="706437"/>
          </a:xfrm>
        </p:spPr>
        <p:txBody>
          <a:bodyPr anchor="ctr" anchorCtr="0"/>
          <a:p>
            <a:pPr algn="ctr"/>
            <a:r>
              <a:rPr 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W25Q32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操作时序表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1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1525" y="1170305"/>
            <a:ext cx="5671185" cy="402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WPS 演示</Application>
  <PresentationFormat>宽屏</PresentationFormat>
  <Paragraphs>36</Paragraphs>
  <Slides>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配置SPI协议</vt:lpstr>
      <vt:lpstr>抓取SPI波形并且解析数据</vt:lpstr>
      <vt:lpstr>配置QSPI-FLASH协议</vt:lpstr>
      <vt:lpstr>采用QSPI-flash解析数据</vt:lpstr>
      <vt:lpstr>QSPI-flash协议数据导出</vt:lpstr>
      <vt:lpstr>W25Q32操作时序表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157</cp:revision>
  <dcterms:created xsi:type="dcterms:W3CDTF">2020-07-20T07:36:00Z</dcterms:created>
  <dcterms:modified xsi:type="dcterms:W3CDTF">2025-07-01T09:28:18Z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