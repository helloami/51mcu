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31" r:id="rId3"/>
    <p:sldId id="352" r:id="rId4"/>
    <p:sldId id="353" r:id="rId5"/>
    <p:sldId id="356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3468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8-2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函数的调用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024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函数的调用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45515" y="1332865"/>
            <a:ext cx="9908540" cy="48317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函数调用的一般形式：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函数名(实参列表)；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函数调用注意事项：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1、函数调用的时候不需要加函数类型。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2、函数调用之前必须进行定义或者声明。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3、函数声明的时候必须加函数类型、函数的形参，最后加上一个分号表示结束。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函数的形式参数和实际参数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3155" y="981075"/>
            <a:ext cx="9805035" cy="5840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实参：在调用一个有参数的函数时，函数名后边括号中的参数。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形参：在被调用的函数进行定义时，括号内的参数叫做形式参数。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/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1、函数定义中指定的形参，在未发生调用时不占用内存，函数调用时分配内存单元，调用结束释放内存。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2、实参可以是常量，也可以是简单或者复杂的表达式，但是要求必须有确定的值，在调用时传递给形参。  c = add(1,a+b);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3、形参必须指定数据类型，和变量定义一样。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4、形参和实参的数据类型应该相同或者赋值兼容。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5、主调函数在调用函数之前，应对被调函数做原型声明。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/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6、实参向形参的数据传递是单向传递，不能有形参再回传给实参。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b="1" dirty="0"/>
          </a:p>
          <a:p>
            <a:endParaRPr lang="zh-CN" altLang="en-US" sz="3200" b="1" dirty="0"/>
          </a:p>
          <a:p>
            <a:endParaRPr lang="zh-CN" altLang="en-US" b="1" dirty="0"/>
          </a:p>
          <a:p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108075" y="149225"/>
            <a:ext cx="9762490" cy="6264275"/>
          </a:xfrm>
          <a:prstGeom prst="rect">
            <a:avLst/>
          </a:prstGeom>
        </p:spPr>
        <p:txBody>
          <a:bodyPr>
            <a:noAutofit/>
          </a:bodyPr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ourier New" panose="02070309020205020404"/>
                <a:ea typeface="宋体" panose="02010600030101010101" pitchFamily="2" charset="-122"/>
              </a:rPr>
              <a:t>   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unsigned char add(unsigned char x, unsigned char y);  //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函数声明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void main()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{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unsigned char a = 1;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unsigned char b = 2;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unsigned char c = 0;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c = add(a, b);  //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调用时，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就是实参，把函数的返回值赋给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                  //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执行完后，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的值就是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while(1);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}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unsigned char add(unsigned char x, unsigned char y) //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函数定义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{                    //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这里括号中的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就是形参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unsigned char z = 0;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z = x + y;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    return z;    //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返回值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的类型就是函数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的类型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   }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1111</Words>
  <Application>WPS 演示</Application>
  <PresentationFormat>宽屏</PresentationFormat>
  <Paragraphs>73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思源黑体 CN ExtraLight</vt:lpstr>
      <vt:lpstr>黑体</vt:lpstr>
      <vt:lpstr>微软雅黑</vt:lpstr>
      <vt:lpstr>Courier New</vt:lpstr>
      <vt:lpstr>Arial Black</vt:lpstr>
      <vt:lpstr>Arial Unicode MS</vt:lpstr>
      <vt:lpstr>思源黑体 CN Medium</vt:lpstr>
      <vt:lpstr>1_Office 主题​​</vt:lpstr>
      <vt:lpstr>PowerPoint 演示文稿</vt:lpstr>
      <vt:lpstr>函数的调用</vt:lpstr>
      <vt:lpstr>函数的形式参数和实际参数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145</cp:revision>
  <dcterms:created xsi:type="dcterms:W3CDTF">2020-07-20T07:36:00Z</dcterms:created>
  <dcterms:modified xsi:type="dcterms:W3CDTF">2025-07-01T08:39:59Z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