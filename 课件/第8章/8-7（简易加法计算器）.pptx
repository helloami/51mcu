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31" r:id="rId3"/>
    <p:sldId id="350" r:id="rId4"/>
    <p:sldId id="352" r:id="rId5"/>
    <p:sldId id="351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2325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8-7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：简易加法计算器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706755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简易加法计算器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1362075"/>
            <a:ext cx="12192635" cy="5429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、程序逻辑：首先采用数字按键输入数字，同时在数码管上显示出来，然后采用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‘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↑’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代替加号，按下加号后再输入一串数字并且显示出来，按下回车键计算加法结果，并同时显示到数码管。</a:t>
            </a:r>
            <a:r>
              <a:rPr lang="zh-C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（能够实现连加）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、按键扫描部分和按键执行部分分离。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、采用按键映射的方式将程序的应用层和底层驱动进行分离，可实现应用层和底层相互独立，做出标准化接口。</a:t>
            </a:r>
            <a:endParaRPr lang="zh-CN" altLang="en-US" b="1" dirty="0"/>
          </a:p>
          <a:p>
            <a:pPr>
              <a:lnSpc>
                <a:spcPct val="90000"/>
              </a:lnSpc>
            </a:pP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706755"/>
          </a:xfrm>
        </p:spPr>
        <p:txBody>
          <a:bodyPr anchor="ctr" anchorCtr="0"/>
          <a:p>
            <a:pPr algn="ctr"/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windows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虚拟键码表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540" y="706755"/>
            <a:ext cx="4538980" cy="54914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725" y="706755"/>
            <a:ext cx="4739005" cy="5853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706755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矩阵按键映射表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1362075"/>
            <a:ext cx="12192635" cy="5429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KeyCodeMap[4][4]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矩阵按键编号到标准键盘键码映射表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ShowNumber()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将一个无符号长整形的数字显示到数码管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KeyAction()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按键动作函数，根据键码执行相应动作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KeyDriver()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按键驱动函数，检测按键动作，调度动作函数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KeyScan()  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按键扫描函数，间隔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1ms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放到定时器中断内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LedScan()  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数码管动态扫描刷新函数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b="1" dirty="0"/>
          </a:p>
          <a:p>
            <a:pPr>
              <a:lnSpc>
                <a:spcPct val="90000"/>
              </a:lnSpc>
            </a:pP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</Words>
  <Application>WPS 演示</Application>
  <PresentationFormat>宽屏</PresentationFormat>
  <Paragraphs>50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简易加法计算器</vt:lpstr>
      <vt:lpstr>windows虚拟键码表</vt:lpstr>
      <vt:lpstr>矩阵按键映射表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140</cp:revision>
  <dcterms:created xsi:type="dcterms:W3CDTF">2020-07-20T07:36:00Z</dcterms:created>
  <dcterms:modified xsi:type="dcterms:W3CDTF">2025-07-01T08:46:29Z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