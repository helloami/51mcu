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1" r:id="rId3"/>
    <p:sldId id="347" r:id="rId4"/>
    <p:sldId id="348" r:id="rId5"/>
    <p:sldId id="349" r:id="rId6"/>
    <p:sldId id="350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373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8-4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按键的扫描和抖动</a:t>
            </a:r>
            <a:endParaRPr 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按键的检测方式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9045" y="1167130"/>
            <a:ext cx="9723755" cy="4700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过程监测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VS 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状态扫描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ctr"/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图片 2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795" y="1986915"/>
            <a:ext cx="3465830" cy="3465830"/>
          </a:xfrm>
          <a:prstGeom prst="rect">
            <a:avLst/>
          </a:prstGeom>
        </p:spPr>
      </p:pic>
      <p:pic>
        <p:nvPicPr>
          <p:cNvPr id="4" name="图片 3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815" y="2067560"/>
            <a:ext cx="3441700" cy="3441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按键状态扫描和动作判断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8445" y="1167130"/>
            <a:ext cx="11811635" cy="4700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将每次的扫描按键保存来，当一次按键状态扫描进来后，与前一次的状态作比较，如果发现两次按键状态不一致，就说明按键产生动作。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 algn="l"/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 algn="l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确定按下：上次弹起状态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‘1’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；当前按下状态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‘0’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 algn="l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确定弹起：上次按下状态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‘0’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；当前弹起状态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‘1’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5361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</a:rPr>
              <a:t>按键抖动和简易消抖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5363" name="图片 153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40" y="1733550"/>
            <a:ext cx="5055235" cy="30981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4" name="图片 153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575" y="1599565"/>
            <a:ext cx="3888105" cy="31832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按键延时消抖步骤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8445" y="1167130"/>
            <a:ext cx="11811635" cy="47002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auto">
              <a:lnSpc>
                <a:spcPct val="150000"/>
              </a:lnSpc>
            </a:pP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、定义一个变量暂存按键值；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、当发现按键状态变化，延时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10ms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、再次确认按键是否真实发生改变；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、如果前次是</a:t>
            </a:r>
            <a:r>
              <a:rPr lang="en-US" altLang="zh-CN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，即可判断按键弹起动作发生。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479</Words>
  <Application>WPS 演示</Application>
  <PresentationFormat>宽屏</PresentationFormat>
  <Paragraphs>44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按键的检测方式</vt:lpstr>
      <vt:lpstr>按键状态扫描和动作判断</vt:lpstr>
      <vt:lpstr>按键抖动和简易消抖</vt:lpstr>
      <vt:lpstr>按键延时消抖步骤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141</cp:revision>
  <dcterms:created xsi:type="dcterms:W3CDTF">2020-07-20T07:36:00Z</dcterms:created>
  <dcterms:modified xsi:type="dcterms:W3CDTF">2025-07-01T08:42:27Z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