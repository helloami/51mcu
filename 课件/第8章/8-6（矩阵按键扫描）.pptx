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2" r:id="rId4"/>
    <p:sldId id="353" r:id="rId5"/>
    <p:sldId id="354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087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8-6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：矩阵按键扫描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矩阵按键原理图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316" name="图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260" y="1292860"/>
            <a:ext cx="7167880" cy="51206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独立按键扫描程序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3247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keybuff 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存储按键连续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次扫描状态</a:t>
            </a:r>
            <a:r>
              <a:rPr 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缓冲区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 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keybuf8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次扫描后确定的按键状态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backup   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用于保存上一次按键状态，备份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28800" lvl="4"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比较判断当前是按下还是弹起</a:t>
            </a:r>
            <a:endParaRPr lang="zh-CN" altLang="en-US" sz="3200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矩阵按键扫描程序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413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消抖时间：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1*4*4 = 16ms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keybuff[4][4]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存储按键连续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次扫描</a:t>
            </a:r>
            <a:r>
              <a:rPr 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缓冲区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KeySta[4][4]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keybuf4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次扫描后确定的按键状态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backup[4][4]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用于保存上一次按键状态，备份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28800" lvl="4"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KeySta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比较判断当前是按下还是弹起</a:t>
            </a:r>
            <a:endParaRPr lang="zh-CN" altLang="en-US" sz="3200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WPS 演示</Application>
  <PresentationFormat>宽屏</PresentationFormat>
  <Paragraphs>49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矩阵按键原理图</vt:lpstr>
      <vt:lpstr>独立按键扫描程序</vt:lpstr>
      <vt:lpstr>矩阵按键扫描程序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136</cp:revision>
  <dcterms:created xsi:type="dcterms:W3CDTF">2020-07-20T07:36:00Z</dcterms:created>
  <dcterms:modified xsi:type="dcterms:W3CDTF">2025-07-01T08:45:23Z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