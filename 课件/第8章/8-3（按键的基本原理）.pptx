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1" r:id="rId3"/>
    <p:sldId id="349" r:id="rId4"/>
    <p:sldId id="350" r:id="rId5"/>
    <p:sldId id="351" r:id="rId6"/>
    <p:sldId id="352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754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：按键的基本原理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独立按键原理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2292" name="图片 122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701165"/>
            <a:ext cx="5169535" cy="42792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3" name="图片 12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135" y="1628775"/>
            <a:ext cx="4594225" cy="41160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矩阵按键原理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3316" name="图片 133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260" y="1292860"/>
            <a:ext cx="7167880" cy="51206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矩阵按键变独立按键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4340" name="图片 143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120" y="1748790"/>
            <a:ext cx="8893810" cy="35547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257810" y="2932113"/>
            <a:ext cx="10972800" cy="706437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独立按键的扫描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WPS 演示</Application>
  <PresentationFormat>宽屏</PresentationFormat>
  <Paragraphs>31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独立按键原理</vt:lpstr>
      <vt:lpstr>矩阵按键原理</vt:lpstr>
      <vt:lpstr>矩阵按键变独立按键</vt:lpstr>
      <vt:lpstr>独立按键的扫描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132</cp:revision>
  <dcterms:created xsi:type="dcterms:W3CDTF">2020-07-20T07:36:00Z</dcterms:created>
  <dcterms:modified xsi:type="dcterms:W3CDTF">2025-07-01T08:41:12Z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