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304" r:id="rId3"/>
    <p:sldId id="350" r:id="rId4"/>
    <p:sldId id="351" r:id="rId5"/>
    <p:sldId id="352" r:id="rId6"/>
    <p:sldId id="310" r:id="rId7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6135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8-1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：单片机最小系统详解</a:t>
            </a:r>
            <a:endParaRPr lang="zh-CN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标题 7169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单片机最小系统解析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77900" y="1362075"/>
            <a:ext cx="10187940" cy="34944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00000"/>
              </a:lnSpc>
            </a:pPr>
            <a:endParaRPr lang="zh-CN" altLang="en-US" sz="3200" b="1" dirty="0"/>
          </a:p>
          <a:p>
            <a:pPr indent="0" fontAlgn="auto">
              <a:lnSpc>
                <a:spcPct val="100000"/>
              </a:lnSpc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1、电源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00000"/>
              </a:lnSpc>
              <a:buNone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常用单片机的电源系统有5V系统和3.3V系统这两种。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	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常用的数字电路系统的类别有24V、12V、5V、3.3V、2.5V、1.8V、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1.5V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1.2V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等。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z="3200" b="1" dirty="0"/>
          </a:p>
          <a:p>
            <a:pPr>
              <a:lnSpc>
                <a:spcPct val="90000"/>
              </a:lnSpc>
            </a:pPr>
            <a:endParaRPr lang="zh-CN" altLang="en-US" b="1" dirty="0"/>
          </a:p>
          <a:p>
            <a:pPr>
              <a:lnSpc>
                <a:spcPct val="90000"/>
              </a:lnSpc>
            </a:pP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8193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单片机最小系统解析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195" name="文本占位符 8194"/>
          <p:cNvSpPr>
            <a:spLocks noGrp="1"/>
          </p:cNvSpPr>
          <p:nvPr>
            <p:ph type="body" idx="1"/>
          </p:nvPr>
        </p:nvSpPr>
        <p:spPr>
          <a:xfrm>
            <a:off x="1207135" y="981075"/>
            <a:ext cx="4506595" cy="699770"/>
          </a:xfrm>
        </p:spPr>
        <p:txBody>
          <a:bodyPr/>
          <a:p>
            <a:pPr>
              <a:lnSpc>
                <a:spcPct val="90000"/>
              </a:lnSpc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2、晶振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sz="3200" b="1" dirty="0"/>
              <a:t>    </a:t>
            </a:r>
            <a:endParaRPr lang="zh-CN" altLang="en-US" sz="3200" b="1" dirty="0"/>
          </a:p>
          <a:p>
            <a:pPr>
              <a:lnSpc>
                <a:spcPct val="90000"/>
              </a:lnSpc>
            </a:pPr>
            <a:endParaRPr lang="zh-CN" altLang="en-US" b="1" dirty="0"/>
          </a:p>
          <a:p>
            <a:pPr>
              <a:lnSpc>
                <a:spcPct val="90000"/>
              </a:lnSpc>
            </a:pPr>
            <a:endParaRPr lang="zh-CN" altLang="en-US" sz="3200" b="1" dirty="0"/>
          </a:p>
        </p:txBody>
      </p:sp>
      <p:pic>
        <p:nvPicPr>
          <p:cNvPr id="8196" name="图片 819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5515" y="1420495"/>
            <a:ext cx="8138160" cy="29635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660" y="4570095"/>
            <a:ext cx="4438650" cy="18573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7310" y="4579620"/>
            <a:ext cx="3638550" cy="1847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标题 9217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单片机最小系统解析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9220" name="图片 92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6580" y="1794510"/>
            <a:ext cx="2932430" cy="41681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17805" y="1557655"/>
            <a:ext cx="1935480" cy="6724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90000"/>
              </a:lnSpc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3、复位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380</Words>
  <Application>WPS 演示</Application>
  <PresentationFormat>宽屏</PresentationFormat>
  <Paragraphs>43</Paragraphs>
  <Slides>5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单片机最小系统解析</vt:lpstr>
      <vt:lpstr>单片机最小系统解析</vt:lpstr>
      <vt:lpstr>单片机最小系统解析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144</cp:revision>
  <dcterms:created xsi:type="dcterms:W3CDTF">2020-07-20T07:36:00Z</dcterms:created>
  <dcterms:modified xsi:type="dcterms:W3CDTF">2025-07-01T08:38:31Z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