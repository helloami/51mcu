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331" r:id="rId3"/>
    <p:sldId id="346" r:id="rId4"/>
    <p:sldId id="347" r:id="rId5"/>
    <p:sldId id="310" r:id="rId6"/>
  </p:sldIdLst>
  <p:sldSz cx="12192000" cy="6858000"/>
  <p:notesSz cx="6858000" cy="9144000"/>
  <p:custDataLst>
    <p:tags r:id="rId1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istrator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AFAFA"/>
    <a:srgbClr val="F5F5F5"/>
    <a:srgbClr val="5C64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10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handoutMaster" Target="handoutMasters/handoutMaster1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gs" Target="tags/tag1.xml"/><Relationship Id="rId12" Type="http://schemas.openxmlformats.org/officeDocument/2006/relationships/commentAuthors" Target="commentAuthors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思源黑体 CN ExtraLight" panose="020B0200000000000000" pitchFamily="34" charset="-122"/>
              </a:rPr>
            </a:fld>
            <a:endParaRPr lang="zh-CN" altLang="en-US">
              <a:latin typeface="思源黑体 CN ExtraLight" panose="020B0200000000000000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思源黑体 CN ExtraLight" panose="020B0200000000000000" pitchFamily="34" charset="-122"/>
              </a:rPr>
            </a:fld>
            <a:endParaRPr lang="zh-CN" altLang="en-US">
              <a:latin typeface="思源黑体 CN ExtraLight" panose="020B0200000000000000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fld id="{6903AD60-1E1B-49E5-889A-5081478A827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fld id="{41DFA862-0DC3-4474-8F9C-5AE07FF4BC8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4" name="图片 3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 rot="327914" flipH="1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 rot="327914" flipH="1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 rot="21272086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 rot="21272086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738433" y="564500"/>
            <a:ext cx="10715134" cy="5729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738433" y="564500"/>
            <a:ext cx="10715134" cy="5729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371474" y="368300"/>
            <a:ext cx="11449051" cy="6121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056855" y="482600"/>
            <a:ext cx="4078288" cy="59372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800">
                <a:solidFill>
                  <a:schemeClr val="accent2"/>
                </a:solidFill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371474" y="368300"/>
            <a:ext cx="11449051" cy="6121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706437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4417" y="6092825"/>
            <a:ext cx="2844800" cy="217488"/>
          </a:xfrm>
        </p:spPr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78817" y="6092825"/>
            <a:ext cx="3860800" cy="215900"/>
          </a:xfrm>
        </p:spPr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092825"/>
            <a:ext cx="2844800" cy="215900"/>
          </a:xfrm>
        </p:spPr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image" Target="../media/image2.png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金沙滩Logo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95" y="62230"/>
            <a:ext cx="1097280" cy="109728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矩形 6"/>
          <p:cNvSpPr/>
          <p:nvPr/>
        </p:nvSpPr>
        <p:spPr>
          <a:xfrm>
            <a:off x="8242300" y="0"/>
            <a:ext cx="3835400" cy="650240"/>
          </a:xfrm>
          <a:prstGeom prst="rect">
            <a:avLst/>
          </a:prstGeom>
        </p:spPr>
        <p:txBody>
          <a:bodyPr wrap="none">
            <a:noAutofit/>
          </a:bodyPr>
          <a:p>
            <a:pPr algn="ctr"/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配套书籍：手把手教你学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51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单片机</a:t>
            </a:r>
            <a:endParaRPr lang="zh-CN" altLang="en-US" sz="2000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--C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语言版（第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版）</a:t>
            </a:r>
            <a:endParaRPr lang="zh-CN" altLang="en-US" sz="2000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106545" y="495935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青岛金思特电子有限公司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（金沙滩工作室）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011930" y="570992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作者：宋雪松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-143510" y="2327275"/>
            <a:ext cx="12192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buNone/>
            </a:pPr>
            <a:r>
              <a:rPr lang="en-US" altLang="zh-CN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8-5</a:t>
            </a:r>
            <a:r>
              <a:rPr lang="zh-CN" altLang="en-US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：实用按键消抖算法</a:t>
            </a:r>
            <a:endParaRPr lang="zh-CN" sz="40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41400" y="5080"/>
            <a:ext cx="67678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回馈社会，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全面开源</a:t>
            </a:r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“Kingst51”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所有资料。</a:t>
            </a:r>
            <a:endParaRPr lang="zh-CN" altLang="en-US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“Kingst51”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开发板以</a:t>
            </a:r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利润成本价销售（公开完整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成本清单）</a:t>
            </a:r>
            <a:endParaRPr lang="zh-CN" altLang="en-US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35" y="3255645"/>
            <a:ext cx="121913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关注各大直播平台：金沙滩电子课堂，直播授课答疑</a:t>
            </a:r>
            <a:endParaRPr lang="zh-CN" altLang="en-US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endParaRPr lang="zh-CN" altLang="en-US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标题 15361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pPr algn="ctr"/>
            <a:r>
              <a:rPr lang="zh-CN" altLang="en-US" sz="3600" dirty="0">
                <a:latin typeface="黑体" panose="02010609060101010101" charset="-122"/>
                <a:ea typeface="黑体" panose="02010609060101010101" charset="-122"/>
              </a:rPr>
              <a:t>实用消抖算法</a:t>
            </a:r>
            <a:endParaRPr lang="zh-CN" altLang="en-US" dirty="0"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15363" name="图片 1536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62045" y="1011555"/>
            <a:ext cx="5055235" cy="309816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5365" name="图片 1536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8630" y="4213225"/>
            <a:ext cx="9119235" cy="123317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1296035" y="5601335"/>
            <a:ext cx="100044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12345678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；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23456789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；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3456789a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；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456789ab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；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56789abc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；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6789abcd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；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789abcde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标题 16385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06755"/>
          </a:xfrm>
        </p:spPr>
        <p:txBody>
          <a:bodyPr anchor="ctr" anchorCtr="0"/>
          <a:p>
            <a:pPr algn="ctr"/>
            <a:r>
              <a:rPr lang="zh-CN" altLang="en-US" sz="3600" dirty="0">
                <a:latin typeface="黑体" panose="02010609060101010101" charset="-122"/>
                <a:ea typeface="黑体" panose="02010609060101010101" charset="-122"/>
              </a:rPr>
              <a:t>独立按键扫描消抖程序</a:t>
            </a:r>
            <a:endParaRPr lang="zh-CN" altLang="en-US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-635" y="1362075"/>
            <a:ext cx="12192635" cy="32473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90000"/>
              </a:lnSpc>
            </a:pP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keybuff        //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存储按键连续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8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次扫描状态</a:t>
            </a:r>
            <a:r>
              <a:rPr lang="zh-CN" sz="3200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缓冲区</a:t>
            </a:r>
            <a:endParaRPr lang="zh-CN" altLang="en-US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endParaRPr lang="zh-CN" altLang="en-US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KeySta        //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通过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keybuf8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次扫描后确定的按键状态</a:t>
            </a:r>
            <a:endParaRPr lang="zh-CN" altLang="en-US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endParaRPr lang="zh-CN" altLang="en-US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backup       //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用于保存上一次按键状态，备份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KeySta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endParaRPr lang="en-US" altLang="zh-CN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1828800" lvl="4" indent="457200">
              <a:lnSpc>
                <a:spcPct val="90000"/>
              </a:lnSpc>
            </a:pP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用于和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KeySta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比较判断当前是按下还是弹起</a:t>
            </a:r>
            <a:endParaRPr lang="zh-CN" altLang="en-US" sz="3200" b="1" dirty="0"/>
          </a:p>
          <a:p>
            <a:pPr>
              <a:lnSpc>
                <a:spcPct val="90000"/>
              </a:lnSpc>
            </a:pPr>
            <a:endParaRPr lang="zh-CN" altLang="en-US" b="1" dirty="0"/>
          </a:p>
          <a:p>
            <a:pPr>
              <a:lnSpc>
                <a:spcPct val="90000"/>
              </a:lnSpc>
            </a:pPr>
            <a:endParaRPr lang="zh-CN" alt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-635" y="906145"/>
            <a:ext cx="12192635" cy="36652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algn="ctr" fontAlgn="base">
              <a:lnSpc>
                <a:spcPct val="150000"/>
              </a:lnSpc>
            </a:pPr>
            <a:r>
              <a:rPr lang="zh-CN" altLang="en-US" sz="36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金沙滩工作室业务介绍</a:t>
            </a:r>
            <a:endParaRPr lang="zh-CN" altLang="en-US" sz="36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endParaRPr lang="zh-CN" altLang="en-US" sz="3200" b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  <a:sym typeface="+mn-ea"/>
            </a:endParaRPr>
          </a:p>
          <a:p>
            <a:pPr indent="0" algn="ctr" fontAlgn="base">
              <a:lnSpc>
                <a:spcPct val="150000"/>
              </a:lnSpc>
            </a:pPr>
            <a:r>
              <a:rPr lang="en-US" altLang="zh-CN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         </a:t>
            </a: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金沙滩工作室：单片机嵌入式教学</a:t>
            </a: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青岛金思特电子有限公司：逻辑分析仪、智能仪器</a:t>
            </a:r>
            <a:endParaRPr lang="en-US" altLang="zh-CN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青岛方寸间智能科技有限公司：五子棋、围棋智能电子棋盘</a:t>
            </a: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commondata" val="eyJjb3VudCI6MiwiaGRpZCI6ImZjYWE3MzUyYmNhZWZlOTVlZTMxMGRhOGMyYTRjNGE5IiwidXNlckNvdW50IjoyfQ==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思源黑体">
      <a:majorFont>
        <a:latin typeface="思源黑体 CN Medium"/>
        <a:ea typeface="思源黑体 CN Medium"/>
        <a:cs typeface=""/>
      </a:majorFont>
      <a:minorFont>
        <a:latin typeface="思源黑体 CN ExtraLight"/>
        <a:ea typeface="思源黑体 CN Extra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思源黑体 CN ExtraLight"/>
        <a:font script="Hebr" typeface="思源黑体 CN Extra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ExtraLight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思源黑体 CN Extra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黑体 CN ExtraLight"/>
        <a:ea typeface=""/>
        <a:cs typeface=""/>
        <a:font script="Jpan" typeface="ＭＳ Ｐゴシック"/>
        <a:font script="Hang" typeface="맑은 고딕"/>
        <a:font script="Hans" typeface="思源黑体 CN ExtraLight"/>
        <a:font script="Hant" typeface="新細明體"/>
        <a:font script="Arab" typeface="思源黑体 CN ExtraLight"/>
        <a:font script="Hebr" typeface="思源黑体 CN Extra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ExtraLight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476</Words>
  <Application>WPS 演示</Application>
  <PresentationFormat>宽屏</PresentationFormat>
  <Paragraphs>38</Paragraphs>
  <Slides>4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5" baseType="lpstr">
      <vt:lpstr>Arial</vt:lpstr>
      <vt:lpstr>宋体</vt:lpstr>
      <vt:lpstr>Wingdings</vt:lpstr>
      <vt:lpstr>思源黑体 CN ExtraLight</vt:lpstr>
      <vt:lpstr>黑体</vt:lpstr>
      <vt:lpstr>微软雅黑</vt:lpstr>
      <vt:lpstr>Arial Black</vt:lpstr>
      <vt:lpstr>Arial Unicode MS</vt:lpstr>
      <vt:lpstr>思源黑体 CN Medium</vt:lpstr>
      <vt:lpstr>思源黑体 CN ExtraLight</vt:lpstr>
      <vt:lpstr>1_Office 主题​​</vt:lpstr>
      <vt:lpstr>PowerPoint 演示文稿</vt:lpstr>
      <vt:lpstr>实用消抖算法</vt:lpstr>
      <vt:lpstr>独立按键扫描消抖程序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ccs</cp:lastModifiedBy>
  <cp:revision>132</cp:revision>
  <dcterms:created xsi:type="dcterms:W3CDTF">2020-07-20T07:36:00Z</dcterms:created>
  <dcterms:modified xsi:type="dcterms:W3CDTF">2025-07-01T08:44:35Z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2052-12.1.0.18608</vt:lpwstr>
  </property>
  <property fmtid="{D5CDD505-2E9C-101B-9397-08002B2CF9AE}" pid="3" name="KSOTemplateUUID">
    <vt:lpwstr>v1.0_mb_iCO9wmVySDXo1sQXpH0/SQ==</vt:lpwstr>
  </property>
  <property fmtid="{D5CDD505-2E9C-101B-9397-08002B2CF9AE}" pid="4" name="ICV">
    <vt:lpwstr>91E6A3D7EBBA4D7D8574D3294ECBBD5D_13</vt:lpwstr>
  </property>
</Properties>
</file>