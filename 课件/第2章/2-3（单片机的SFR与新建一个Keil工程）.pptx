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38" r:id="rId4"/>
    <p:sldId id="332" r:id="rId5"/>
    <p:sldId id="334" r:id="rId6"/>
    <p:sldId id="336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5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：单片机的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SFR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与新建一个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Keil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工程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15361"/>
          <p:cNvSpPr>
            <a:spLocks noGrp="1"/>
          </p:cNvSpPr>
          <p:nvPr>
            <p:ph idx="1"/>
          </p:nvPr>
        </p:nvSpPr>
        <p:spPr>
          <a:xfrm>
            <a:off x="1242060" y="836930"/>
            <a:ext cx="9942830" cy="5039995"/>
          </a:xfrm>
        </p:spPr>
        <p:txBody>
          <a:bodyPr anchor="t" anchorCtr="0"/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单片机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SFR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声明：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sfr     P0 = 0x80;        //SFR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声明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sfr     TCON = 0x88;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sbit    IT0   = TCON^0;   //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位声明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sbit    LED  = P0^0;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一个字节是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位，一位控制一个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口，字节控制所有的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#include &lt;reg52.h&gt;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矩形 16385"/>
          <p:cNvSpPr/>
          <p:nvPr>
            <p:custDataLst>
              <p:tags r:id="rId1"/>
            </p:custDataLst>
          </p:nvPr>
        </p:nvSpPr>
        <p:spPr>
          <a:xfrm>
            <a:off x="2404110" y="980758"/>
            <a:ext cx="1439863" cy="719137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11111111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矩形 16386"/>
          <p:cNvSpPr/>
          <p:nvPr>
            <p:custDataLst>
              <p:tags r:id="rId2"/>
            </p:custDataLst>
          </p:nvPr>
        </p:nvSpPr>
        <p:spPr>
          <a:xfrm>
            <a:off x="4059873" y="980758"/>
            <a:ext cx="1439862" cy="719137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11111111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矩形 16387"/>
          <p:cNvSpPr/>
          <p:nvPr>
            <p:custDataLst>
              <p:tags r:id="rId3"/>
            </p:custDataLst>
          </p:nvPr>
        </p:nvSpPr>
        <p:spPr>
          <a:xfrm>
            <a:off x="5860098" y="980758"/>
            <a:ext cx="1439862" cy="719137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11111111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矩形 16388"/>
          <p:cNvSpPr/>
          <p:nvPr>
            <p:custDataLst>
              <p:tags r:id="rId4"/>
            </p:custDataLst>
          </p:nvPr>
        </p:nvSpPr>
        <p:spPr>
          <a:xfrm>
            <a:off x="7733348" y="980758"/>
            <a:ext cx="1439862" cy="719137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号：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11111111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7" name="标题 16397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寄存器分布示意图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242185"/>
            <a:ext cx="10694670" cy="237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reg52.h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SFR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的声明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90" y="981075"/>
            <a:ext cx="6086475" cy="55016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18400" y="1256665"/>
            <a:ext cx="4064000" cy="4062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单片机每一个特殊功能寄存器都有独立的特殊功能提供给用户使用，以便用户控制单片机完成其强大的功能。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如果将用户被比喻为将军，那么特殊功能寄存器可以理解为一个个的特种兵，用户可以调度他们完成一项项特殊任务。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480060" y="2451418"/>
            <a:ext cx="10972800" cy="706437"/>
          </a:xfrm>
        </p:spPr>
        <p:txBody>
          <a:bodyPr anchor="ctr" anchorCtr="0"/>
          <a:p>
            <a:pPr algn="ctr"/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Keil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软件建立工程和文件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43.77496062992128,&quot;left&quot;:189.3,&quot;top&quot;:77.22503937007875,&quot;width&quot;:533}"/>
</p:tagLst>
</file>

<file path=ppt/tags/tag2.xml><?xml version="1.0" encoding="utf-8"?>
<p:tagLst xmlns:p="http://schemas.openxmlformats.org/presentationml/2006/main">
  <p:tag name="KSO_WM_DIAGRAM_VIRTUALLY_FRAME" val="{&quot;height&quot;:243.77496062992128,&quot;left&quot;:189.3,&quot;top&quot;:77.22503937007875,&quot;width&quot;:533}"/>
</p:tagLst>
</file>

<file path=ppt/tags/tag3.xml><?xml version="1.0" encoding="utf-8"?>
<p:tagLst xmlns:p="http://schemas.openxmlformats.org/presentationml/2006/main">
  <p:tag name="KSO_WM_DIAGRAM_VIRTUALLY_FRAME" val="{&quot;height&quot;:243.77496062992128,&quot;left&quot;:189.3,&quot;top&quot;:77.22503937007875,&quot;width&quot;:533}"/>
</p:tagLst>
</file>

<file path=ppt/tags/tag4.xml><?xml version="1.0" encoding="utf-8"?>
<p:tagLst xmlns:p="http://schemas.openxmlformats.org/presentationml/2006/main">
  <p:tag name="KSO_WM_DIAGRAM_VIRTUALLY_FRAME" val="{&quot;height&quot;:243.77496062992128,&quot;left&quot;:189.3,&quot;top&quot;:77.22503937007875,&quot;width&quot;:533}"/>
</p:tagLst>
</file>

<file path=ppt/tags/tag5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WPS 演示</Application>
  <PresentationFormat>宽屏</PresentationFormat>
  <Paragraphs>57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PowerPoint 演示文稿</vt:lpstr>
      <vt:lpstr>寄存器分布示意图</vt:lpstr>
      <vt:lpstr>reg52.h对于SFR的声明</vt:lpstr>
      <vt:lpstr>Keil软件建立工程和文件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130</cp:revision>
  <dcterms:created xsi:type="dcterms:W3CDTF">2020-07-20T07:36:00Z</dcterms:created>
  <dcterms:modified xsi:type="dcterms:W3CDTF">2025-07-01T05:10:50Z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