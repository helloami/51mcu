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32" r:id="rId4"/>
    <p:sldId id="334" r:id="rId5"/>
    <p:sldId id="335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编写点亮小灯的程序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点亮一个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发光二极管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  <p:pic>
        <p:nvPicPr>
          <p:cNvPr id="14340" name="图片 14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8530" y="2816860"/>
            <a:ext cx="5235575" cy="1223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09600" y="84773"/>
            <a:ext cx="10972800" cy="706437"/>
          </a:xfrm>
        </p:spPr>
        <p:txBody>
          <a:bodyPr anchor="ctr" anchorCtr="0"/>
          <a:p>
            <a:pPr algn="ctr"/>
            <a:r>
              <a:rPr 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单片机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语言的基本程序框架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48360" y="1112520"/>
            <a:ext cx="4183380" cy="4981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#include &lt;reg52.h&gt;   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sbit LED = P0^0;      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void main()        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{                      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LED = 0;         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}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main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主函数，有且仅有一个主函数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void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为函数类型，即函数返回值类型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、函数体以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{}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开始和结束标志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、每条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语言语句以分号结束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91480" y="1391285"/>
            <a:ext cx="2761615" cy="426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参考程序一：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#include &lt;reg52.h&gt;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sbit LED = P0^0;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void main()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{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while(1)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LED = 0;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}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}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1730" y="1391285"/>
            <a:ext cx="2761615" cy="426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参考程序二：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#include &lt;reg52.h&gt;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sbit LED = P0^0;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void main()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{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LED = 0;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while(1);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}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480060" y="2143125"/>
            <a:ext cx="10972800" cy="2183130"/>
          </a:xfrm>
        </p:spPr>
        <p:txBody>
          <a:bodyPr anchor="ctr" anchorCtr="0"/>
          <a:p>
            <a:pPr algn="ctr"/>
            <a:br>
              <a:rPr lang="zh-CN" altLang="en-US" sz="3600" dirty="0"/>
            </a:b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根据原理图编写点亮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小灯的程序并且点亮小灯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WPS 演示</Application>
  <PresentationFormat>宽屏</PresentationFormat>
  <Paragraphs>72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思源黑体 CN ExtraLight</vt:lpstr>
      <vt:lpstr>1_Office 主题​​</vt:lpstr>
      <vt:lpstr>PowerPoint 演示文稿</vt:lpstr>
      <vt:lpstr>点亮一个LED发光二极管</vt:lpstr>
      <vt:lpstr>单片机C语言的基本程序框架</vt:lpstr>
      <vt:lpstr> 根据原理图编写点亮LED小灯的程序并且点亮小灯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129</cp:revision>
  <dcterms:created xsi:type="dcterms:W3CDTF">2020-07-20T07:36:00Z</dcterms:created>
  <dcterms:modified xsi:type="dcterms:W3CDTF">2025-07-01T05:16:15Z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