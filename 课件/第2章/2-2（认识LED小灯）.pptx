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31" r:id="rId3"/>
    <p:sldId id="339" r:id="rId4"/>
    <p:sldId id="340" r:id="rId5"/>
    <p:sldId id="341" r:id="rId6"/>
    <p:sldId id="342" r:id="rId7"/>
    <p:sldId id="343" r:id="rId8"/>
    <p:sldId id="310" r:id="rId9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6135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2-2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：认识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LED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小灯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小灯（发光二极管）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56945" y="1402715"/>
            <a:ext cx="10567035" cy="2663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LED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小灯依靠电流驱动，不同颜色的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LED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小灯压降不同。其中红色和黄色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1.8V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2.2V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之间，绿色、蓝色和白色在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3.0V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3.2V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之间。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、红色贴片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LED: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电流1到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20mA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，在1到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5mA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亮度有所变化，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5mA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以上亮度基本无变化。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122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6508" y="4353560"/>
            <a:ext cx="2732087" cy="2152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122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068" y="4429760"/>
            <a:ext cx="3371850" cy="2076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9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520" y="1169670"/>
            <a:ext cx="10500995" cy="4518660"/>
          </a:xfrm>
          <a:prstGeom prst="rect">
            <a:avLst/>
          </a:prstGeom>
          <a:noFill/>
          <a:ln>
            <a:noFill/>
          </a:ln>
        </p:spPr>
      </p:pic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发光二极管电路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发光二极管以及限流电阻计算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占位符 13314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 marL="0" indent="0">
              <a:buNone/>
            </a:pPr>
            <a:endParaRPr lang="zh-CN" altLang="en-US" sz="2800" b="1" dirty="0"/>
          </a:p>
          <a:p>
            <a:pPr marL="0" indent="0">
              <a:buNone/>
            </a:pPr>
            <a:br>
              <a:rPr lang="zh-CN" altLang="en-US" sz="2800" b="1" dirty="0"/>
            </a:br>
            <a:endParaRPr lang="zh-CN" altLang="en-US" sz="2800" b="1" dirty="0"/>
          </a:p>
        </p:txBody>
      </p:sp>
      <p:pic>
        <p:nvPicPr>
          <p:cNvPr id="13316" name="图片 133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7298" y="1627188"/>
            <a:ext cx="4637087" cy="1295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内容占位符 3"/>
          <p:cNvSpPr>
            <a:spLocks noGrp="1"/>
          </p:cNvSpPr>
          <p:nvPr/>
        </p:nvSpPr>
        <p:spPr>
          <a:xfrm>
            <a:off x="3777615" y="3429000"/>
            <a:ext cx="4636135" cy="618490"/>
          </a:xfr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欧姆定律：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 = U/I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内容占位符 3"/>
          <p:cNvSpPr>
            <a:spLocks noGrp="1"/>
          </p:cNvSpPr>
          <p:nvPr/>
        </p:nvSpPr>
        <p:spPr>
          <a:xfrm>
            <a:off x="3778250" y="4174490"/>
            <a:ext cx="4636135" cy="618490"/>
          </a:xfr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 = 3V/0.02A = 150Ω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内容占位符 3"/>
          <p:cNvSpPr>
            <a:spLocks noGrp="1"/>
          </p:cNvSpPr>
          <p:nvPr/>
        </p:nvSpPr>
        <p:spPr>
          <a:xfrm>
            <a:off x="3778250" y="4792980"/>
            <a:ext cx="4636135" cy="618490"/>
          </a:xfr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 = 3V/0.001A = 3KΩ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点亮一个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发光二极管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占位符 1433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 marL="0" indent="0">
              <a:buNone/>
            </a:pPr>
            <a:endParaRPr lang="zh-CN" altLang="en-US" sz="2800" b="1" dirty="0"/>
          </a:p>
          <a:p>
            <a:pPr marL="0" indent="0">
              <a:buNone/>
            </a:pPr>
            <a:br>
              <a:rPr lang="zh-CN" altLang="en-US" sz="2800" b="1" dirty="0"/>
            </a:br>
            <a:endParaRPr lang="zh-CN" altLang="en-US" sz="2800" b="1" dirty="0"/>
          </a:p>
        </p:txBody>
      </p:sp>
      <p:pic>
        <p:nvPicPr>
          <p:cNvPr id="14340" name="图片 143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8530" y="2816860"/>
            <a:ext cx="5235575" cy="12239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关于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USB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供电电路的扩展小知识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占位符 14338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 marL="0" indent="0">
              <a:buNone/>
            </a:pPr>
            <a:endParaRPr lang="zh-CN" altLang="en-US" sz="2800" b="1" dirty="0"/>
          </a:p>
          <a:p>
            <a:pPr marL="0" indent="0">
              <a:buNone/>
            </a:pPr>
            <a:br>
              <a:rPr lang="zh-CN" altLang="en-US" sz="2800" b="1" dirty="0"/>
            </a:br>
            <a:endParaRPr lang="zh-CN" altLang="en-US" sz="28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1285875" y="5649595"/>
            <a:ext cx="9838055" cy="715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Type-C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口对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Type-C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口供电务必要接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R55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R56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两个电阻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8595" y="1238885"/>
            <a:ext cx="5210175" cy="4152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1637665"/>
            <a:ext cx="5498465" cy="3133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WPS 演示</Application>
  <PresentationFormat>宽屏</PresentationFormat>
  <Paragraphs>55</Paragraphs>
  <Slides>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LED小灯（发光二极管）</vt:lpstr>
      <vt:lpstr>LED发光二极管电路</vt:lpstr>
      <vt:lpstr>LED发光二极管以及限流电阻计算</vt:lpstr>
      <vt:lpstr>点亮一个LED发光二极管</vt:lpstr>
      <vt:lpstr>关于USB供电电路的扩展小知识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129</cp:revision>
  <dcterms:created xsi:type="dcterms:W3CDTF">2020-07-20T07:36:00Z</dcterms:created>
  <dcterms:modified xsi:type="dcterms:W3CDTF">2025-07-01T05:09:26Z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