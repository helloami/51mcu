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04" r:id="rId3"/>
    <p:sldId id="360" r:id="rId4"/>
    <p:sldId id="361" r:id="rId5"/>
    <p:sldId id="363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230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：认识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IIC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总线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</a:t>
            </a:r>
            <a:r>
              <a:rPr lang="en-US" altLang="zh-CN" baseline="30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总线简介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62990" y="1443990"/>
            <a:ext cx="10028555" cy="3921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1、I</a:t>
            </a:r>
            <a:r>
              <a:rPr lang="zh-CN" altLang="en-US" sz="28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C(Inter－Integrated Circuit)总线是一种由PHILIPS公司开发的两线式串行总线，用于连接微控制器及其外围设备(特别是外部存储器件)。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2、UART通信只需要一条线即可完成，I</a:t>
            </a:r>
            <a:r>
              <a:rPr lang="zh-CN" altLang="en-US" sz="28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C总线是由数据线SDA和时钟SCL构成的串行总线，可发送和接收数据。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3、从应用上来讲 ，UART通信多用于板间通信，I</a:t>
            </a:r>
            <a:r>
              <a:rPr lang="zh-CN" altLang="en-US" sz="28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C通信多用于板内通信。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</a:t>
            </a:r>
            <a:r>
              <a:rPr lang="zh-CN" altLang="en-US" baseline="30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C总线的初步认识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971550" y="1125538"/>
            <a:ext cx="4537075" cy="4968875"/>
          </a:xfrm>
        </p:spPr>
        <p:txBody>
          <a:bodyPr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1、I</a:t>
            </a:r>
            <a:r>
              <a:rPr lang="zh-CN" altLang="en-US" sz="28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C总线组成“线与”的关系，任何一个器件都可以拉低电平。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2、I</a:t>
            </a:r>
            <a:r>
              <a:rPr lang="zh-CN" altLang="en-US" sz="28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C总线可以并联多个器件。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3、I</a:t>
            </a:r>
            <a:r>
              <a:rPr lang="zh-CN" altLang="en-US" sz="28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C总线有起始信号、数据传输和停止信号。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196" name="图片 8195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810" y="1979295"/>
            <a:ext cx="3514725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图片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348480"/>
            <a:ext cx="11122025" cy="2170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</a:t>
            </a:r>
            <a:r>
              <a:rPr lang="zh-CN" altLang="en-US" baseline="30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C总线通信时序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971550" y="908050"/>
            <a:ext cx="10506710" cy="3340735"/>
          </a:xfrm>
        </p:spPr>
        <p:txBody>
          <a:bodyPr/>
          <a:p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sz="18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C总线有起始信号、数据传输和停止信号。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起始信号：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SCL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为高电平期间，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SDA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由高电平向低电平变化产生一个下降沿，表示起始信号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数据传输：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SCL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低电平的时候，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SDA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可以变化；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SCL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为高电平的时候，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SDA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必须保持确保读取数据稳定。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停止信号：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SCL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为高电平期间，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SDA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由低电平向高电平变化产生一个上升沿，表示结束信号。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2" name="图片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" y="4558030"/>
            <a:ext cx="11882120" cy="232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图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70" y="2444750"/>
            <a:ext cx="8416290" cy="1856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WPS 演示</Application>
  <PresentationFormat>宽屏</PresentationFormat>
  <Paragraphs>45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I2C总线简介</vt:lpstr>
      <vt:lpstr>I2C总线的初步认识</vt:lpstr>
      <vt:lpstr>I2C总线通信时序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152</cp:revision>
  <dcterms:created xsi:type="dcterms:W3CDTF">2020-07-20T07:36:00Z</dcterms:created>
  <dcterms:modified xsi:type="dcterms:W3CDTF">2025-07-01T09:16:40Z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