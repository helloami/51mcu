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31" r:id="rId3"/>
    <p:sldId id="363" r:id="rId4"/>
    <p:sldId id="365" r:id="rId5"/>
    <p:sldId id="364" r:id="rId6"/>
    <p:sldId id="366" r:id="rId7"/>
    <p:sldId id="310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611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11-2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IIC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总线的寻址模式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</a:t>
            </a:r>
            <a:r>
              <a:rPr lang="zh-CN" altLang="en-US" baseline="30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C总线寻址模式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3880" y="1417320"/>
            <a:ext cx="8916670" cy="3442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20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第一个字节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发送方：7位地址+1位读写 :0  写  1  读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接收方：回应一个ACK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20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没有回应：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SDA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保持高电平，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NACK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24C02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器件地址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7320" y="1162050"/>
            <a:ext cx="5053330" cy="3167380"/>
          </a:xfrm>
          <a:prstGeom prst="rect">
            <a:avLst/>
          </a:prstGeom>
        </p:spPr>
      </p:pic>
      <p:pic>
        <p:nvPicPr>
          <p:cNvPr id="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1416685"/>
            <a:ext cx="4477385" cy="24599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697990" y="4170045"/>
            <a:ext cx="4748530" cy="775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0b01010000  +  R/W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</a:t>
            </a:r>
            <a:r>
              <a:rPr lang="zh-CN" altLang="en-US" baseline="30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C通信时序注意事项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0470" y="1260475"/>
            <a:ext cx="9981565" cy="50723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、低速：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100kbit/s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快速：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400kbit/s 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高速：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3.4Mbit/s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、利用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for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循环语句巧妙发送数据：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/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for (mask=0x80; mask!=0; mask&gt;&gt;=1)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/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{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/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if ((mask&amp;dat) == 0)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/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I2C_SDA = 0;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/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else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/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I2C_SDA = 1;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14400" lvl="2" indent="457200"/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024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使用逻辑分析仪分析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IIC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1120775"/>
            <a:ext cx="9620250" cy="2471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95" y="3968750"/>
            <a:ext cx="4601210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059805" y="3968750"/>
            <a:ext cx="5102225" cy="2665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8-bit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，包含读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写位，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0x50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地址对应这种方式写地址为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0xA0;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读地址为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0xA1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8-bit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，读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写位显示为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，即写地址和读地址都是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0xA0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7-bit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，本教程采用的方式，写地址和读地址都是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0x50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WPS 演示</Application>
  <PresentationFormat>宽屏</PresentationFormat>
  <Paragraphs>55</Paragraphs>
  <Slides>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I2C总线寻址模式</vt:lpstr>
      <vt:lpstr>24C02器件地址</vt:lpstr>
      <vt:lpstr>I2C通信时序注意事项</vt:lpstr>
      <vt:lpstr>使用逻辑分析仪分析IIC数据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159</cp:revision>
  <dcterms:created xsi:type="dcterms:W3CDTF">2020-07-20T07:36:00Z</dcterms:created>
  <dcterms:modified xsi:type="dcterms:W3CDTF">2025-07-01T09:18:03Z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