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31" r:id="rId3"/>
    <p:sldId id="363" r:id="rId4"/>
    <p:sldId id="364" r:id="rId5"/>
    <p:sldId id="365" r:id="rId6"/>
    <p:sldId id="366" r:id="rId7"/>
    <p:sldId id="368" r:id="rId8"/>
    <p:sldId id="369" r:id="rId9"/>
    <p:sldId id="370" r:id="rId10"/>
    <p:sldId id="310" r:id="rId11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373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EEPROM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单字节读写操作时序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EEPROM的学习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26260" y="1097915"/>
            <a:ext cx="7941945" cy="2075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24Cxx 存储量xxk bit    24C02即 256字节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可重复擦写30w到100w次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数据可保存100年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7625" y="3429000"/>
            <a:ext cx="4477385" cy="24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EEPROM写数据流程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00125" y="1310640"/>
            <a:ext cx="9899650" cy="4744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第一步：首先是I</a:t>
            </a:r>
            <a:r>
              <a:rPr lang="zh-CN" altLang="en-US" sz="24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C的起始信号，接着跟上首字节，即EEPROM的地址和读写位的组合，读写方向上选择“写”操作。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第二步：发送要写入数据的EEPROM内部存储地址。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第三步：发送要存储的数据第一个字节、第二个字节... ...。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1、写数据(单片机发送)过程中，每个字节结束后EEPROM都会回应一个“应答位0”，告诉我们写EEPROM成功，如果没有应答表示未成功。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2、写数据过程中，每成功写入一个字节，EEPROM地址自动加1，当加到最大值，会溢出。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EEPROM读数据流程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6290" y="1202055"/>
            <a:ext cx="10675620" cy="5252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第一步：首先是I</a:t>
            </a:r>
            <a:r>
              <a:rPr lang="zh-CN" altLang="en-US" sz="24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C的起始信号，接着跟上首字节，即EEPROM的地址和读写位的组合，读写方向上选择“写”操作。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第二步：发送要读取的EEPROM内部存储地址。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第三步：重新发送I</a:t>
            </a:r>
            <a:r>
              <a:rPr lang="zh-CN" altLang="en-US" sz="24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C的起始信号和器件地址，并且在方向位选择“读”操作。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在这三步中，每一个字节实际上都是在“写”，因此EEPROM都会回应一个“应答位0”。</a:t>
            </a:r>
            <a:endParaRPr lang="zh-CN" altLang="en-US" sz="28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第四步：读取从器件发回的数据，每读一个字节，如果还想继续读下一个字节，就发送一个“应答位0”，如果不想继续读了，就发送一个“非应答位1”。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应答位： ACK           非应答位：NACK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梳理四个要点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6290" y="1202055"/>
            <a:ext cx="10675620" cy="5252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Kingst51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开发板中单片机是主机，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24C02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是从机；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、无论是读是写，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SCL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始终都是由主机控制的；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、写的时候应答信号由从机给出，表示从机是否正确接收了数据；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、读的时候应答信号则由主机给出，表示是否继续读下去。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例程：读取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EEPROM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0x02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这个地址上的一个数据，不管这个数据之前是多少都将读出来的数据加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，再写回到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EEPROM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0x02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这个地址上。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I2C.c 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文件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021080"/>
            <a:ext cx="12192635" cy="5836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I2CStart()/*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产生总线起始信号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I2CStop()/*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产生总线停止信号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bit I2CWrite(unsigned char dat)/* I2C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总线写操作，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dat-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待写入字节，返回值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从机应答位的值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unsigned char I2CReadNAK()/* I2C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总线读操作，并发送非应答信号，返回值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读到的字节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unsigned char I2CReadACK()/* I2C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总线读操作，并发送应答信号，返回值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读到的字节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main.c 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文件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021080"/>
            <a:ext cx="12192635" cy="5836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main()/*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读一个字节数据后加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再写进去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unsigned char E2ReadByte(unsigned char addr)/*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读取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EEPROM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中的一个字节，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addr-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字节地址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E2WriteByte(unsigned char addr, unsigned char dat)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向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EEPROM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中写入一个字节，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addr-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字节地址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逻辑分析仪抓取并解析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I2C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通信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" y="2411095"/>
            <a:ext cx="12110720" cy="1280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1482</Words>
  <Application>WPS 演示</Application>
  <PresentationFormat>宽屏</PresentationFormat>
  <Paragraphs>87</Paragraphs>
  <Slides>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EEPROM的学习</vt:lpstr>
      <vt:lpstr>EEPROM写数据流程</vt:lpstr>
      <vt:lpstr>EEPROM读数据流程</vt:lpstr>
      <vt:lpstr>梳理四个要点</vt:lpstr>
      <vt:lpstr>I2C.c 文件</vt:lpstr>
      <vt:lpstr>main.c 文件</vt:lpstr>
      <vt:lpstr>逻辑分析仪抓取并解析I2C通信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146</cp:revision>
  <dcterms:created xsi:type="dcterms:W3CDTF">2020-07-20T07:36:00Z</dcterms:created>
  <dcterms:modified xsi:type="dcterms:W3CDTF">2025-07-01T09:19:30Z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