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31" r:id="rId3"/>
    <p:sldId id="359" r:id="rId4"/>
    <p:sldId id="360" r:id="rId5"/>
    <p:sldId id="361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468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12-5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EEPROM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页写入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操作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EEPROM页管理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14120" y="1226820"/>
            <a:ext cx="10335895" cy="3881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24C01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24C02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这两个型号是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个字节一个页，而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24C04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24C08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24C16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个字节一页。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Kingst51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开发板采用的型号是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24C02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，一共是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256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个字节，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个字节一页，一共有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页。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、跨页写入时要进行寻址操作看是否有应答。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661035" y="180658"/>
            <a:ext cx="10972800" cy="706437"/>
          </a:xfrm>
        </p:spPr>
        <p:txBody>
          <a:bodyPr anchor="ctr" anchorCtr="0"/>
          <a:p>
            <a:pPr algn="ctr"/>
            <a:r>
              <a:rPr lang="en-US" altLang="zh-CN" dirty="0">
                <a:latin typeface="黑体" panose="02010609060101010101" charset="-122"/>
                <a:ea typeface="黑体" panose="02010609060101010101" charset="-122"/>
              </a:rPr>
              <a:t>EEPROM.c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9265" y="1130935"/>
            <a:ext cx="11376660" cy="4981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void E2Read(unsigned char *buf, unsigned char addr, unsigned char len)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/* E2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读取函数，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buf-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数据接收指针，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addr-E2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中的起始地址，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len-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读取长度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void E2Write(unsigned char *buf, unsigned char addr, unsigned char len)/* E2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写入函数，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buf-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源数据指针，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addr-E2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中的起始地址，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len-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写入长度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661035" y="180658"/>
            <a:ext cx="10972800" cy="706437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单字节写入和跨页写入时间对比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12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" y="1250315"/>
            <a:ext cx="11751945" cy="2088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0" y="3564255"/>
            <a:ext cx="11744960" cy="2049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WPS 演示</Application>
  <PresentationFormat>宽屏</PresentationFormat>
  <Paragraphs>40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EEPROM页管理</vt:lpstr>
      <vt:lpstr>EEPROM.c</vt:lpstr>
      <vt:lpstr>单字节写入和跨页写入时间对比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153</cp:revision>
  <dcterms:created xsi:type="dcterms:W3CDTF">2020-07-20T07:36:00Z</dcterms:created>
  <dcterms:modified xsi:type="dcterms:W3CDTF">2025-07-01T09:21:31Z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