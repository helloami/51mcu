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31" r:id="rId3"/>
    <p:sldId id="359" r:id="rId4"/>
    <p:sldId id="360" r:id="rId5"/>
    <p:sldId id="310" r:id="rId6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754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EEPROM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多字节读写操作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EEPROM多字节写操作注意事项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14120" y="1226820"/>
            <a:ext cx="10335895" cy="38811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1、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给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发送数据后，先保存在了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的缓存，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必须要把缓存中的数据搬移到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非易失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的区域，才能达到掉电不丢失的效果。而往非易失区域写需要一定的时间，具体时间参考数据手册。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、每次写入之前，先进行寻址操作，有应答则进行写入操作。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703580" y="8667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EEPROM多字节连续读写例程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7195" y="1120775"/>
            <a:ext cx="10804525" cy="4972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、从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EEPROM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0x90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这个地址连续读出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个字节，然后把这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个数据分别加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，加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，加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加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，加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后重新写入到这五个地址中去。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E2Read(unsigned char *buf, unsigned char addr, unsigned char len)/* 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读取函数，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数据接收指针，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addr-E2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中的起始地址，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读取长度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void E2Write(unsigned char *buf, unsigned char addr, unsigned char len)/* 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写入函数，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buf-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源数据指针，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addr-E2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中的起始地址，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len-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写入长度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*/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WPS 演示</Application>
  <PresentationFormat>宽屏</PresentationFormat>
  <Paragraphs>38</Paragraphs>
  <Slides>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EEPROM多字节写操作注意事项</vt:lpstr>
      <vt:lpstr>EEPROM多字节连续读写例程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152</cp:revision>
  <dcterms:created xsi:type="dcterms:W3CDTF">2020-07-20T07:36:00Z</dcterms:created>
  <dcterms:modified xsi:type="dcterms:W3CDTF">2025-07-01T09:20:36Z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