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31" r:id="rId3"/>
    <p:sldId id="366" r:id="rId4"/>
    <p:sldId id="365" r:id="rId5"/>
    <p:sldId id="362" r:id="rId6"/>
    <p:sldId id="359" r:id="rId7"/>
    <p:sldId id="360" r:id="rId8"/>
    <p:sldId id="310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992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串口通信实例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串口通信程序的基本步骤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5345" y="1258570"/>
            <a:ext cx="10227310" cy="4009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1、配置串口为模式1。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2、配置定时器T1为模式2，即自动重装模式。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3、根据波特率计算TH1和TL1的初值，如果有需要可以使用PCON进行波特率加倍。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4、打开定时器控制寄存器TR1，让定时器跑起来。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1800" b="1" dirty="0"/>
          </a:p>
          <a:p>
            <a:pPr>
              <a:buNone/>
            </a:pPr>
            <a:r>
              <a:rPr lang="zh-CN" altLang="en-US" b="1" dirty="0">
                <a:sym typeface="+mn-ea"/>
              </a:rPr>
              <a:t>	</a:t>
            </a:r>
            <a:endParaRPr lang="zh-CN" altLang="en-US" sz="1800" b="1" dirty="0"/>
          </a:p>
          <a:p>
            <a:endParaRPr lang="zh-CN" alt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串口通信实例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1362075"/>
            <a:ext cx="12192635" cy="5429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ConfigUART(unsigned int baud)  /*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串口配置函数，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baud-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通信波特率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InterruptUART() }/* UART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中断服务函数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void ConfigTimer0(unsigned int ms)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void LedScan()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void InterruptTimer0()//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用于数码管扫描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910" y="1221740"/>
            <a:ext cx="9220200" cy="5396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串口助手显示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ASCII码表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5680" y="2058035"/>
            <a:ext cx="10105390" cy="1370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ASCII码（American Standard Code for Information Interchange，即美国信息互换标准代码）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2" name="图片 153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110" y="0"/>
            <a:ext cx="5155565" cy="6711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WPS 演示</Application>
  <PresentationFormat>宽屏</PresentationFormat>
  <Paragraphs>57</Paragraphs>
  <Slides>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串口通信程序的基本步骤</vt:lpstr>
      <vt:lpstr>串口通信实例</vt:lpstr>
      <vt:lpstr>串口助手显示</vt:lpstr>
      <vt:lpstr>ASCII码表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154</cp:revision>
  <dcterms:created xsi:type="dcterms:W3CDTF">2020-07-20T07:36:00Z</dcterms:created>
  <dcterms:modified xsi:type="dcterms:W3CDTF">2025-07-01T09:06:02Z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