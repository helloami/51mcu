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31" r:id="rId3"/>
    <p:sldId id="354" r:id="rId4"/>
    <p:sldId id="355" r:id="rId5"/>
    <p:sldId id="356" r:id="rId6"/>
    <p:sldId id="357" r:id="rId7"/>
    <p:sldId id="358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849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：指针的初步学习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400">
                <a:latin typeface="黑体" panose="02010609060101010101" charset="-122"/>
                <a:ea typeface="黑体" panose="02010609060101010101" charset="-122"/>
              </a:rPr>
              <a:t>指针的应用</a:t>
            </a:r>
            <a:endParaRPr lang="zh-CN" altLang="en-US" sz="4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9965" y="1089025"/>
            <a:ext cx="10592435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优点：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语言的灵魂，是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语言的重要特征。利用指针可以直接快速的处理内存中的各种数据结构的数据，特别是数组、字符串和内存的动态分配。它为函数间各类数据的传递提供了简捷便利的方法。指针使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语言简洁、紧凑、高效。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缺点：指针使用上的灵活性容易导致指针滥用而可能使程序失控。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400">
                <a:latin typeface="黑体" panose="02010609060101010101" charset="-122"/>
                <a:ea typeface="黑体" panose="02010609060101010101" charset="-122"/>
              </a:rPr>
              <a:t>变量的地址</a:t>
            </a:r>
            <a:endParaRPr lang="zh-CN" altLang="en-US" sz="4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sz="half" idx="1"/>
          </p:nvPr>
        </p:nvSpPr>
        <p:spPr>
          <a:xfrm>
            <a:off x="702945" y="1127125"/>
            <a:ext cx="5828665" cy="5438775"/>
          </a:xfrm>
        </p:spPr>
        <p:txBody>
          <a:bodyPr/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char a =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char b =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unsinged int c =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long d =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0x0000000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变量取地址：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&amp;a,   &amp;b,   &amp;c,   &amp;d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196" name="表格 8195"/>
          <p:cNvGraphicFramePr/>
          <p:nvPr/>
        </p:nvGraphicFramePr>
        <p:xfrm>
          <a:off x="6775133" y="1196975"/>
          <a:ext cx="4248150" cy="4897438"/>
        </p:xfrm>
        <a:graphic>
          <a:graphicData uri="http://schemas.openxmlformats.org/drawingml/2006/table">
            <a:tbl>
              <a:tblPr/>
              <a:tblGrid>
                <a:gridCol w="2124075"/>
                <a:gridCol w="2124075"/>
              </a:tblGrid>
              <a:tr h="4889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内存地址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存储的数据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Arial" panose="020B0604020202020204" pitchFamily="34" charset="0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…</a:t>
                      </a:r>
                      <a:r>
                        <a:rPr lang="en-US" altLang="zh-CN" sz="2000" b="1" u="none">
                          <a:latin typeface="Arial" panose="020B0604020202020204" pitchFamily="34" charset="0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…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Arial" panose="020B0604020202020204" pitchFamily="34" charset="0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…</a:t>
                      </a:r>
                      <a:r>
                        <a:rPr lang="en-US" altLang="zh-CN" sz="2000" b="1" u="none">
                          <a:latin typeface="Arial" panose="020B0604020202020204" pitchFamily="34" charset="0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…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0x07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d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d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0x05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d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0x04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d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0x03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b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右箭头 1"/>
          <p:cNvSpPr/>
          <p:nvPr/>
        </p:nvSpPr>
        <p:spPr>
          <a:xfrm>
            <a:off x="5405120" y="5758815"/>
            <a:ext cx="1208405" cy="2120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400" dirty="0">
                <a:latin typeface="黑体" panose="02010609060101010101" charset="-122"/>
                <a:ea typeface="黑体" panose="02010609060101010101" charset="-122"/>
              </a:rPr>
              <a:t>指针变量的声明和初始化</a:t>
            </a:r>
            <a:endParaRPr lang="zh-CN" altLang="en-US" sz="4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9975" y="1139190"/>
            <a:ext cx="10038715" cy="5589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普通变量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a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可以是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，可以是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，可以是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  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指针变量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可以是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的地址，可以是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的地址，可以是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的地址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特别区分：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1、在C语言中，一种说法是地址等同于指针，变量的地址就是变量的指针。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2、指针变量简称指针，通常所说的指针都是指针变量。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区分方法：&amp;a一律称之为取地址。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只要说指针，就是指指针变量。p = &amp;a通常的说法是指针指向了a这个变量。*和&amp;互为逆运算，x = *p;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方法1：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a;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 *p = &amp;a;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方法2：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a;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*p;   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 = &amp;a;  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指针变量重要区分</a:t>
            </a:r>
            <a:endParaRPr lang="zh-CN" altLang="en-US"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7250" y="1123950"/>
            <a:ext cx="10437495" cy="5499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1、普通变量  VS  指针变量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 a;   a = 1; ... ...  a = 2;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 *p;  p = &amp;a; ... ...  p = &amp;b;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是说明p指向的变量是unsigned char 类型。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2、定义指针变量*p  VS  取值运算*p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 *p; 仅仅是说明p是个指针变量，*不具备任何其他的运算功能。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a = 1; unsigned char b = 2;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*p;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 = &amp;a;    b = *p;      计算完毕，b的值是1。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481330" y="3075623"/>
            <a:ext cx="10972800" cy="706437"/>
          </a:xfrm>
        </p:spPr>
        <p:txBody>
          <a:bodyPr anchor="ctr" anchorCtr="0"/>
          <a:p>
            <a:pPr algn="ctr"/>
            <a:r>
              <a:rPr lang="zh-CN" altLang="en-US" sz="4400" dirty="0"/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指针的简单实例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WPS 演示</Application>
  <PresentationFormat>宽屏</PresentationFormat>
  <Paragraphs>120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指针的应用</vt:lpstr>
      <vt:lpstr>变量的地址</vt:lpstr>
      <vt:lpstr>指针变量的声明和初始化</vt:lpstr>
      <vt:lpstr> 指针变量重要区分</vt:lpstr>
      <vt:lpstr> 指针的简单实例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146</cp:revision>
  <dcterms:created xsi:type="dcterms:W3CDTF">2020-07-20T07:36:00Z</dcterms:created>
  <dcterms:modified xsi:type="dcterms:W3CDTF">2025-07-01T09:10:45Z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