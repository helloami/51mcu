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56" r:id="rId4"/>
    <p:sldId id="357" r:id="rId5"/>
    <p:sldId id="359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46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：指向数组元素的指针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指向数组元素的指针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4855" y="1179830"/>
            <a:ext cx="10838180" cy="5184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number[10] = {0, 1, 2, 3, 4, 5, 6, 7, 8, 9};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*p; unsigned char *q;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= &amp;number[0];   q = &amp;number[9];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1、比较运算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2、指针和整数之间的加减运算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3、两个指针变量在一定条件下的减法运算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特别注意：数组名字代表了数组元素的首地址。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= &amp;number[0];       等价于      p = number;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p[i]等价于*(p+i)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二维数组：p = &amp;number[0][0]  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number[1]等价于  &amp;number[1][0]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指向数组元素指针实例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5225" y="1073785"/>
            <a:ext cx="9887585" cy="4461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sizeof()关键字：虽然写作函数形式，但是sizeof()整体在程序代码中相当于一个常量。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sizeof(a);  sizeof(d);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sizeof(number);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串口发送技巧：软件TI = 1可以让程序直接进入中断，启动发送。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逻辑分析仪抓取波形和数据分析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570" y="1054735"/>
            <a:ext cx="8390255" cy="526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WPS 演示</Application>
  <PresentationFormat>宽屏</PresentationFormat>
  <Paragraphs>56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指向数组元素的指针</vt:lpstr>
      <vt:lpstr> 指向数组元素指针实例</vt:lpstr>
      <vt:lpstr>逻辑分析仪抓取波形和数据分析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149</cp:revision>
  <dcterms:created xsi:type="dcterms:W3CDTF">2020-07-20T07:36:00Z</dcterms:created>
  <dcterms:modified xsi:type="dcterms:W3CDTF">2025-07-01T09:11:42Z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