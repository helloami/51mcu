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31" r:id="rId3"/>
    <p:sldId id="355" r:id="rId4"/>
    <p:sldId id="356" r:id="rId5"/>
    <p:sldId id="358" r:id="rId6"/>
    <p:sldId id="359" r:id="rId7"/>
    <p:sldId id="360" r:id="rId8"/>
    <p:sldId id="361" r:id="rId9"/>
    <p:sldId id="362" r:id="rId10"/>
    <p:sldId id="310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.c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文件学习和实用串口例程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多.c文件的初步认识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090" y="1521460"/>
            <a:ext cx="9583420" cy="4798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extern关键字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1、当一个变量的声明不在文件开头，在它之前的函数想要引用它应该进行extern声明。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2、当一个程序用了多个.c源文件，如果其中一个比如main.c文件要调用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uart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.c文件中的变量或者函数，必须得在main.c进行外部声明。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串口例程功能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090" y="1280795"/>
            <a:ext cx="10481945" cy="3254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程序功能：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1、buzz  on    蜂鸣器响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2、buzz  off     蜂鸣器不响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3、错误指令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如：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test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同时，单片机将指令返回给电脑，表示“我收到了，你可以检查对不对”。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串口通信机制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2755900"/>
            <a:ext cx="10746740" cy="3254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总线空闲时间超过一定时间时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例程采用的是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30ms)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，则认定一帧数据传输完毕。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、要超过一个字节的时间。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、要考虑到软件响应、中断、系统延时等因素。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2292" name="表格 12291"/>
          <p:cNvGraphicFramePr/>
          <p:nvPr/>
        </p:nvGraphicFramePr>
        <p:xfrm>
          <a:off x="2124075" y="1137603"/>
          <a:ext cx="7561263" cy="1023938"/>
        </p:xfrm>
        <a:graphic>
          <a:graphicData uri="http://schemas.openxmlformats.org/drawingml/2006/table">
            <a:tbl>
              <a:tblPr/>
              <a:tblGrid>
                <a:gridCol w="944563"/>
                <a:gridCol w="1890712"/>
                <a:gridCol w="944563"/>
                <a:gridCol w="2835275"/>
                <a:gridCol w="946150"/>
              </a:tblGrid>
              <a:tr h="1023938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数据帧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 dirty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间隔时间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  <a:p>
                      <a:pPr marL="0" lvl="0" indent="0" algn="ctr">
                        <a:buNone/>
                      </a:pPr>
                      <a:endParaRPr lang="zh-CN" altLang="en-US" sz="1800" b="1" dirty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数帧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间隔时间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数据帧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uart.c 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文件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082675"/>
            <a:ext cx="12192635" cy="5709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void ConfigUART(unsigned int baud)  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串口配置函数，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baud-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通信波特率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InterruptUART() interrupt 4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UartDriver() 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串口驱动函数，监测数据帧的接收，调度功能函数，需在主循环中调用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unsigned char UartRead(unsigned char *buf, unsigned char len)/*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串口数据读取函数，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buf-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接收指针，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len-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指定的读取长度，返回值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实际读到的长度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uart.c 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文件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115695"/>
            <a:ext cx="12192635" cy="5676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UartWrite(unsigned char *buf, unsigned char len)/*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串口数据写入，即串口发送函数，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buf-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待发送数据的指针，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len-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指定的发送长度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UartRxMonitor(unsigned char ms)/*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串口接收监控，由空闲时间判定帧结束，需在定时中断中调用，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ms-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定时间隔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main.c 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文件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115695"/>
            <a:ext cx="12192635" cy="5676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bit CmpMemory(unsigned char *ptr1, unsigned char *ptr2, unsigned char len)/*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内存比较函数，比较两个指针所指向的内存数据是否相同，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ptr1-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待比较指针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ptr2-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待比较指针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len-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待比较长度返回值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两段内存数据完全相同时返回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，不同返回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0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UartAction(unsigned char *buf, unsigned char len)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串口动作函数，根据接收到的命令帧执行响应的动作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buf-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接收到的命令帧指针，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len-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命令帧长度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ConfigTimer0(unsigned int ms)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InterruptTimer0() interrupt 1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>
          <a:xfrm>
            <a:off x="969645" y="115253"/>
            <a:ext cx="10972800" cy="706437"/>
          </a:xfrm>
        </p:spPr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逻辑分析仪抓取数据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3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625" y="763270"/>
            <a:ext cx="7232650" cy="56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WPS 演示</Application>
  <PresentationFormat>宽屏</PresentationFormat>
  <Paragraphs>85</Paragraphs>
  <Slides>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思源黑体 CN ExtraLight</vt:lpstr>
      <vt:lpstr>黑体</vt:lpstr>
      <vt:lpstr>微软雅黑</vt:lpstr>
      <vt:lpstr>Calibri</vt:lpstr>
      <vt:lpstr>Arial Black</vt:lpstr>
      <vt:lpstr>Arial Unicode MS</vt:lpstr>
      <vt:lpstr>思源黑体 CN Medium</vt:lpstr>
      <vt:lpstr>1_Office 主题​​</vt:lpstr>
      <vt:lpstr>PowerPoint 演示文稿</vt:lpstr>
      <vt:lpstr> 多.c文件的初步认识</vt:lpstr>
      <vt:lpstr> 串口例程功能</vt:lpstr>
      <vt:lpstr> 串口通信机制</vt:lpstr>
      <vt:lpstr>uart.c 文件</vt:lpstr>
      <vt:lpstr>uart.c 文件</vt:lpstr>
      <vt:lpstr>main.c 文件</vt:lpstr>
      <vt:lpstr>逻辑分析仪抓取数据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142</cp:revision>
  <dcterms:created xsi:type="dcterms:W3CDTF">2020-07-20T07:36:00Z</dcterms:created>
  <dcterms:modified xsi:type="dcterms:W3CDTF">2025-07-01T09:15:35Z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