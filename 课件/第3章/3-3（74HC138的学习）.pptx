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41" r:id="rId4"/>
    <p:sldId id="336" r:id="rId5"/>
    <p:sldId id="337" r:id="rId6"/>
    <p:sldId id="339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6135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74HC138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的学习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609600" y="-317"/>
            <a:ext cx="10972800" cy="706437"/>
          </a:xfrm>
        </p:spPr>
        <p:txBody>
          <a:bodyPr anchor="ctr" anchorCtr="0"/>
          <a:p>
            <a:pPr algn="ctr"/>
            <a:r>
              <a:rPr lang="en-US" altLang="zh-CN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74HC138</a:t>
            </a:r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控制</a:t>
            </a:r>
            <a:r>
              <a:rPr lang="en-US" altLang="zh-CN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LED</a:t>
            </a:r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小灯电路图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370" y="1544955"/>
            <a:ext cx="11782425" cy="3517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74HC138应用电路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980" y="1673860"/>
            <a:ext cx="8702675" cy="4077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74HC138真值表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8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575" y="981075"/>
            <a:ext cx="5813425" cy="571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450"/>
            <a:ext cx="6634480" cy="3805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7409"/>
          <p:cNvSpPr>
            <a:spLocks noGrp="1"/>
          </p:cNvSpPr>
          <p:nvPr>
            <p:ph type="title"/>
          </p:nvPr>
        </p:nvSpPr>
        <p:spPr>
          <a:xfrm>
            <a:off x="609600" y="-317"/>
            <a:ext cx="10972800" cy="706437"/>
          </a:xfrm>
        </p:spPr>
        <p:txBody>
          <a:bodyPr anchor="ctr" anchorCtr="0"/>
          <a:p>
            <a:pPr algn="ctr"/>
            <a:r>
              <a:rPr lang="en-US" altLang="zh-CN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Kingst51</a:t>
            </a:r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开发板</a:t>
            </a:r>
            <a:r>
              <a:rPr lang="en-US" altLang="zh-CN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74HC138</a:t>
            </a:r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电路</a:t>
            </a:r>
            <a:r>
              <a:rPr lang="zh-CN" sz="4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endParaRPr lang="zh-CN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875" y="1211580"/>
            <a:ext cx="7672705" cy="4643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WPS 演示</Application>
  <PresentationFormat>宽屏</PresentationFormat>
  <Paragraphs>31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74HC138控制LED小灯电路图</vt:lpstr>
      <vt:lpstr>74HC138应用电路</vt:lpstr>
      <vt:lpstr>74HC138真值表</vt:lpstr>
      <vt:lpstr>Kingst51开发板74HC138电路图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126</cp:revision>
  <dcterms:created xsi:type="dcterms:W3CDTF">2020-07-20T07:36:00Z</dcterms:created>
  <dcterms:modified xsi:type="dcterms:W3CDTF">2025-07-01T05:21:04Z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