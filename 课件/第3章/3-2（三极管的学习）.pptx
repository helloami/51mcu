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36" r:id="rId4"/>
    <p:sldId id="337" r:id="rId5"/>
    <p:sldId id="338" r:id="rId6"/>
    <p:sldId id="339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99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三极管的学习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三极管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243" name="文本占位符 10242"/>
          <p:cNvSpPr>
            <a:spLocks noGrp="1"/>
          </p:cNvSpPr>
          <p:nvPr>
            <p:ph type="body" idx="1"/>
          </p:nvPr>
        </p:nvSpPr>
        <p:spPr>
          <a:xfrm>
            <a:off x="972185" y="981075"/>
            <a:ext cx="5895975" cy="2534285"/>
          </a:xfrm>
        </p:spPr>
        <p:txBody>
          <a:bodyPr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按制造材料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分为：锗管和硅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管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按结构类型分为：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PNP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NPN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b：基极 e：射极 c：集电极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145" y="1543050"/>
            <a:ext cx="5133975" cy="3190875"/>
          </a:xfrm>
          <a:prstGeom prst="rect">
            <a:avLst/>
          </a:prstGeom>
        </p:spPr>
      </p:pic>
      <p:sp>
        <p:nvSpPr>
          <p:cNvPr id="10245" name="文本框 10244"/>
          <p:cNvSpPr txBox="1"/>
          <p:nvPr/>
        </p:nvSpPr>
        <p:spPr>
          <a:xfrm>
            <a:off x="672465" y="4429125"/>
            <a:ext cx="5692140" cy="17697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三极管的口诀：箭头朝内PNP，导通电压顺箭头过，电压控制导通，电流控制状态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三极管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sz="3200" b="1" dirty="0"/>
          </a:p>
          <a:p>
            <a:endParaRPr lang="zh-CN" altLang="en-US" sz="3600" dirty="0"/>
          </a:p>
        </p:txBody>
      </p:sp>
      <p:pic>
        <p:nvPicPr>
          <p:cNvPr id="12292" name="图片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80" y="1391285"/>
            <a:ext cx="4834890" cy="43605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矩形 12292"/>
          <p:cNvSpPr>
            <a:spLocks noGrp="1"/>
          </p:cNvSpPr>
          <p:nvPr/>
        </p:nvSpPr>
        <p:spPr>
          <a:xfrm>
            <a:off x="6854825" y="1125855"/>
            <a:ext cx="5030470" cy="48920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3200" b="1" dirty="0"/>
              <a:t>三种状态：</a:t>
            </a:r>
            <a:endParaRPr lang="zh-CN" altLang="en-US" sz="3200" b="1" dirty="0"/>
          </a:p>
          <a:p>
            <a:pPr lvl="0"/>
            <a:r>
              <a:rPr lang="zh-CN" altLang="en-US" b="1" dirty="0"/>
              <a:t>1、截止：e和b不导通</a:t>
            </a:r>
            <a:endParaRPr lang="zh-CN" altLang="en-US" b="1" dirty="0"/>
          </a:p>
          <a:p>
            <a:pPr lvl="0"/>
            <a:r>
              <a:rPr lang="zh-CN" altLang="en-US" b="1" dirty="0"/>
              <a:t>2、饱和：e和b导通  I</a:t>
            </a:r>
            <a:r>
              <a:rPr lang="zh-CN" altLang="en-US" b="1" baseline="-25000" dirty="0"/>
              <a:t>b</a:t>
            </a:r>
            <a:r>
              <a:rPr lang="zh-CN" altLang="en-US" b="1" dirty="0"/>
              <a:t>&gt;I</a:t>
            </a:r>
            <a:r>
              <a:rPr lang="zh-CN" altLang="en-US" b="1" baseline="-25000" dirty="0"/>
              <a:t>ec</a:t>
            </a:r>
            <a:r>
              <a:rPr lang="zh-CN" altLang="en-US" b="1" dirty="0"/>
              <a:t>/β</a:t>
            </a:r>
            <a:endParaRPr lang="zh-CN" altLang="en-US" b="1" dirty="0"/>
          </a:p>
          <a:p>
            <a:pPr lvl="0"/>
            <a:r>
              <a:rPr lang="zh-CN" altLang="en-US" b="1" dirty="0"/>
              <a:t>3、放大：e和b导通  I</a:t>
            </a:r>
            <a:r>
              <a:rPr lang="zh-CN" altLang="en-US" b="1" baseline="-25000" dirty="0"/>
              <a:t>b</a:t>
            </a:r>
            <a:r>
              <a:rPr lang="zh-CN" altLang="en-US" b="1" dirty="0"/>
              <a:t>=I</a:t>
            </a:r>
            <a:r>
              <a:rPr lang="zh-CN" altLang="en-US" b="1" baseline="-25000" dirty="0"/>
              <a:t>ec</a:t>
            </a:r>
            <a:r>
              <a:rPr lang="zh-CN" altLang="en-US" b="1" dirty="0"/>
              <a:t>/β</a:t>
            </a:r>
            <a:endParaRPr lang="zh-CN" altLang="en-US" b="1" dirty="0"/>
          </a:p>
          <a:p>
            <a:pPr lvl="0"/>
            <a:endParaRPr lang="zh-CN" altLang="en-US" b="1" dirty="0"/>
          </a:p>
          <a:p>
            <a:pPr lvl="0"/>
            <a:r>
              <a:rPr lang="zh-CN" altLang="en-US" b="1" dirty="0"/>
              <a:t>如果β=100，可以计算R47的最大值是143K。</a:t>
            </a:r>
            <a:endParaRPr lang="zh-CN" altLang="en-US" b="1" dirty="0"/>
          </a:p>
          <a:p>
            <a:pPr lvl="0"/>
            <a:endParaRPr lang="zh-CN" altLang="en-US" b="1" dirty="0"/>
          </a:p>
          <a:p>
            <a:pPr lvl="0"/>
            <a:endParaRPr lang="zh-CN" altLang="en-US" b="1" dirty="0"/>
          </a:p>
          <a:p>
            <a:pPr lvl="0"/>
            <a:r>
              <a:rPr lang="en-US" altLang="zh-CN" b="1" dirty="0"/>
              <a:t>3ma/100 = 4.3/x </a:t>
            </a:r>
            <a:endParaRPr lang="zh-CN" altLang="en-US" b="1" dirty="0"/>
          </a:p>
          <a:p>
            <a:pPr lvl="0"/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三极管常见应用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sz="3200" b="1" dirty="0"/>
          </a:p>
          <a:p>
            <a:endParaRPr lang="zh-CN" altLang="en-US" sz="3600" dirty="0"/>
          </a:p>
        </p:txBody>
      </p:sp>
      <p:sp>
        <p:nvSpPr>
          <p:cNvPr id="13316" name="矩形 13315"/>
          <p:cNvSpPr>
            <a:spLocks noGrp="1"/>
          </p:cNvSpPr>
          <p:nvPr/>
        </p:nvSpPr>
        <p:spPr>
          <a:xfrm>
            <a:off x="971550" y="1125855"/>
            <a:ext cx="5124450" cy="26974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endParaRPr lang="zh-CN" altLang="en-US" sz="3200" b="1" dirty="0"/>
          </a:p>
          <a:p>
            <a:pPr lvl="0"/>
            <a:r>
              <a:rPr lang="zh-CN" altLang="en-US" sz="3200" b="1" dirty="0"/>
              <a:t>1、控制应用</a:t>
            </a:r>
            <a:endParaRPr lang="zh-CN" altLang="en-US" sz="3200" b="1" dirty="0"/>
          </a:p>
          <a:p>
            <a:pPr lvl="0"/>
            <a:r>
              <a:rPr lang="zh-CN" altLang="en-US" sz="3200" b="1" dirty="0"/>
              <a:t>2、驱动应用</a:t>
            </a:r>
            <a:endParaRPr lang="zh-CN" altLang="en-US" sz="3200" b="1" dirty="0"/>
          </a:p>
          <a:p>
            <a:pPr lvl="0"/>
            <a:endParaRPr lang="zh-CN" altLang="en-US" sz="3200" b="1" dirty="0"/>
          </a:p>
        </p:txBody>
      </p:sp>
      <p:pic>
        <p:nvPicPr>
          <p:cNvPr id="13317" name="图片 13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3695" y="1068070"/>
            <a:ext cx="3168650" cy="2697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图片 133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49725"/>
            <a:ext cx="3987800" cy="23806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9" name="图片 13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895" y="4074160"/>
            <a:ext cx="3837305" cy="2456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995" y="3823335"/>
            <a:ext cx="2981325" cy="2828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609600" y="-317"/>
            <a:ext cx="10972800" cy="706437"/>
          </a:xfrm>
        </p:spPr>
        <p:txBody>
          <a:bodyPr anchor="ctr" anchorCtr="0"/>
          <a:p>
            <a:pPr algn="ctr"/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</a:t>
            </a:r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电路图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544955"/>
            <a:ext cx="11782425" cy="351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WPS 演示</Application>
  <PresentationFormat>宽屏</PresentationFormat>
  <Paragraphs>61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三极管</vt:lpstr>
      <vt:lpstr>三极管</vt:lpstr>
      <vt:lpstr>三极管常见应用</vt:lpstr>
      <vt:lpstr>74HC138控制LED电路图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135</cp:revision>
  <dcterms:created xsi:type="dcterms:W3CDTF">2020-07-20T07:36:00Z</dcterms:created>
  <dcterms:modified xsi:type="dcterms:W3CDTF">2025-07-01T05:19:58Z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