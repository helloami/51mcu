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31" r:id="rId3"/>
    <p:sldId id="336" r:id="rId4"/>
    <p:sldId id="339" r:id="rId5"/>
    <p:sldId id="310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754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3-4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闪烁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LED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小灯程序编写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8433"/>
          <p:cNvSpPr>
            <a:spLocks noGrp="1"/>
          </p:cNvSpPr>
          <p:nvPr>
            <p:ph type="title"/>
          </p:nvPr>
        </p:nvSpPr>
        <p:spPr>
          <a:xfrm>
            <a:off x="323850" y="2349500"/>
            <a:ext cx="11868150" cy="1078865"/>
          </a:xfrm>
        </p:spPr>
        <p:txBody>
          <a:bodyPr anchor="ctr" anchorCtr="0"/>
          <a:p>
            <a:pPr algn="ctr"/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闪烁你的LED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609600" y="-317"/>
            <a:ext cx="10972800" cy="706437"/>
          </a:xfrm>
        </p:spPr>
        <p:txBody>
          <a:bodyPr anchor="ctr" anchorCtr="0"/>
          <a:p>
            <a:pPr algn="ctr"/>
            <a:r>
              <a:rPr lang="en-US" altLang="zh-CN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74HC138</a:t>
            </a:r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控制</a:t>
            </a:r>
            <a:r>
              <a:rPr lang="en-US" altLang="zh-CN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LED</a:t>
            </a:r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小灯电路图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370" y="1544955"/>
            <a:ext cx="11782425" cy="3517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WPS 演示</Application>
  <PresentationFormat>宽屏</PresentationFormat>
  <Paragraphs>27</Paragraphs>
  <Slides>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闪烁你的LED</vt:lpstr>
      <vt:lpstr>74HC138控制LED小灯电路图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125</cp:revision>
  <dcterms:created xsi:type="dcterms:W3CDTF">2020-07-20T07:36:00Z</dcterms:created>
  <dcterms:modified xsi:type="dcterms:W3CDTF">2025-07-01T05:21:52Z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