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31" r:id="rId3"/>
    <p:sldId id="341" r:id="rId4"/>
    <p:sldId id="338" r:id="rId5"/>
    <p:sldId id="336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230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4-4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流水灯程序编写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9920" y="847725"/>
            <a:ext cx="8391525" cy="5162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流水灯实验</a:t>
            </a:r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48130" y="1073785"/>
            <a:ext cx="9166225" cy="5113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8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8个LED发光二极管，分别对应单片机IO口的P0.0到P0.7口，8个单片机IO口组成一个字节，在程序编写过程中，可以直接用P0来进行操作。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C语言的8位二进制数代表了8个IO口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P0 = 0xfe;  0b1111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1110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0xFD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0b1111 1101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0xFE, 0xFD,0xFB,0xF7,0xEF,0xDF, 0xBF,0x7F.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P0.7  P0.6  P0.5  P0.4  P0.3  P0.2  P0.1 P0.0</a:t>
            </a:r>
            <a:endParaRPr lang="zh-CN" altLang="en-US" sz="28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1     1     1     1    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8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0x01 0b0000 0001    0b1111 1110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8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0x02 0b0000 0010    0b1111 1101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8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0x04 0b0000 0100    0b1111 1011               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8433"/>
          <p:cNvSpPr>
            <a:spLocks noGrp="1"/>
          </p:cNvSpPr>
          <p:nvPr>
            <p:ph type="title"/>
          </p:nvPr>
        </p:nvSpPr>
        <p:spPr>
          <a:xfrm>
            <a:off x="323850" y="2349500"/>
            <a:ext cx="11868150" cy="1078865"/>
          </a:xfrm>
        </p:spPr>
        <p:txBody>
          <a:bodyPr anchor="ctr" anchorCtr="0"/>
          <a:p>
            <a:pPr algn="ctr"/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流水灯程序编写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WPS 演示</Application>
  <PresentationFormat>宽屏</PresentationFormat>
  <Paragraphs>41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PowerPoint 演示文稿</vt:lpstr>
      <vt:lpstr>流水灯实验</vt:lpstr>
      <vt:lpstr>流水灯程序编写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129</cp:revision>
  <dcterms:created xsi:type="dcterms:W3CDTF">2020-07-20T07:36:00Z</dcterms:created>
  <dcterms:modified xsi:type="dcterms:W3CDTF">2025-07-01T07:28:15Z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