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31" r:id="rId3"/>
    <p:sldId id="340" r:id="rId4"/>
    <p:sldId id="341" r:id="rId5"/>
    <p:sldId id="342" r:id="rId6"/>
    <p:sldId id="344" r:id="rId7"/>
    <p:sldId id="310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6516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4-2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语言循环语句和函数的初步认识</a:t>
            </a:r>
            <a:endParaRPr lang="en-US" alt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for语句的用法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9095" y="1140460"/>
            <a:ext cx="7245985" cy="5411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for语句的一般形式(用法1)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for(表达式1;表达式2;表达式3)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{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	(需要执行的语句);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}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、表达式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只执行一次；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、判断表达式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是否成立，如果成立则执行循环内语句，而后执行表达式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... ...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、表达式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不成立，则直接跳出循环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用法2：    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for(i=0;i&lt;30000;i++);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用法3：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for(;;)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03235" y="1544320"/>
            <a:ext cx="3412490" cy="4603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for(i=0; i&lt;2; i++)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457200"/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j++;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while语句的用法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2045" y="1476375"/>
            <a:ext cx="4305300" cy="2224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while语句的一般形式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while(表达式)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 循环语句；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268" name="图片 112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675" y="3789045"/>
            <a:ext cx="7199313" cy="2476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673340" y="387223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while(1)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{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    LED = 0;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for(i=0;i&lt;30000;i++);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LED = 1;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      for(i=0;i&lt;30000;i++);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03290" y="1603375"/>
            <a:ext cx="4305300" cy="2224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i = 0;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14400" lvl="2" indent="457200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while(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i&lt;3000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i++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3"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do...</a:t>
            </a:r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while语句的用法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27860" y="1351915"/>
            <a:ext cx="8157210" cy="423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do...while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语句的一般形式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do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/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循环语句；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/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/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while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（表达式）；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/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函数的简单介绍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066165"/>
            <a:ext cx="6399530" cy="5500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函数定义的一般形式：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函数值类型   函数名(形式参数列表)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{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函数体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}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1、函数值类型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2、函数名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3、形式参数列表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4、函数体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5、main函数(必须有且唯一)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6、语句注释//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97930" y="1099820"/>
            <a:ext cx="5894070" cy="5484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main()  //void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即函数类型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以下为声明语句部分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unsigned int i = 0; 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定义一个无符号整型变量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  			   i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，并赋初值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以下为执行语句部分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ENLED = 0;   //U3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两片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74HC138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总使能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ADDR3 = 1;  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使能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使之正常输出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ADDR2 = 1;  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Y6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输出开启三极管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Q16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ADDR1 = 1;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ADDR0 = 0;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while (1)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{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LED = 0;                  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点亮小灯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for (i=0; i&lt;30000; i++);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延时一段时间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LED = 1;                   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熄灭小灯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for (i=0; i&lt;30000; i++);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延时一段时间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1415</Words>
  <Application>WPS 演示</Application>
  <PresentationFormat>宽屏</PresentationFormat>
  <Paragraphs>117</Paragraphs>
  <Slides>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思源黑体 CN ExtraLight</vt:lpstr>
      <vt:lpstr>1_Office 主题​​</vt:lpstr>
      <vt:lpstr>PowerPoint 演示文稿</vt:lpstr>
      <vt:lpstr>for语句的用法</vt:lpstr>
      <vt:lpstr>while语句的用法</vt:lpstr>
      <vt:lpstr>do...while语句的用法</vt:lpstr>
      <vt:lpstr>函数的简单介绍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138</cp:revision>
  <dcterms:created xsi:type="dcterms:W3CDTF">2020-07-20T07:36:00Z</dcterms:created>
  <dcterms:modified xsi:type="dcterms:W3CDTF">2025-07-01T07:25:47Z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