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40" r:id="rId4"/>
    <p:sldId id="341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单片机常用延时办法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51单片机延时常用办法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3315" name="图片 133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710" y="1450975"/>
            <a:ext cx="8322945" cy="24752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Keil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仿真程序执行时间</a:t>
            </a:r>
            <a:endParaRPr lang="zh-CN" altLang="en-US" sz="4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WPS 演示</Application>
  <PresentationFormat>宽屏</PresentationFormat>
  <Paragraphs>27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51单片机延时常用办法</vt:lpstr>
      <vt:lpstr>使用Keil仿真程序执行时间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128</cp:revision>
  <dcterms:created xsi:type="dcterms:W3CDTF">2020-07-20T07:36:00Z</dcterms:created>
  <dcterms:modified xsi:type="dcterms:W3CDTF">2025-07-01T07:27:20Z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