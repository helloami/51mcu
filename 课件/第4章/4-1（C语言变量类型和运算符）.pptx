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04" r:id="rId3"/>
    <p:sldId id="341" r:id="rId4"/>
    <p:sldId id="342" r:id="rId5"/>
    <p:sldId id="343" r:id="rId6"/>
    <p:sldId id="344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7278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语言变量和运算符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二进制、十进制和十六进制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55065" y="1081405"/>
            <a:ext cx="10666730" cy="5205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十进制	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二进制	  十六进制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	         0b0	    0x00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0b0000~0b1111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		   0b1	    0x01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		   0b10	    0x02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		   0b11	    0x03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		   0b100	    0x04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		   ……	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		   0b1001       0x09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		   0b1010       0x0A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		   0b1011	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0x0B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		   0b1100	    0x0C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13		   0b1101	    0x0D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14		   0b1110	    0x0E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15		   0b1111	    0x0F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16		   0b10000	    0x10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17		   0b10001	    0x11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		   ……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……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60970" y="2888615"/>
            <a:ext cx="4326255" cy="3547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二进制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0b0000 0000~0b1111 1111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转十进制遵循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8421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原则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0b1010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转十进制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0b1110 0100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转十六进制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0xE4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进制和数字大小无关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C语言的变量类型及范围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8195" name="图片 8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412875"/>
            <a:ext cx="11077575" cy="53416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C语言基本运算符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7305" y="1376045"/>
            <a:ext cx="10187940" cy="5212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加、减、乘、除和取余数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+  -  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*  /      %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a+b; a-b; a*b; a/b; a%b;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a= 3; b=2;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区分 =  和 ==    !=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a=b;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if(a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1)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 =a;  if(a != 1) b=a;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自加和自减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++    --   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++b;  b++;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= 0;b = 0;  a = b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++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 a =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 b=1;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4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语言运算符</a:t>
            </a:r>
            <a:endParaRPr lang="zh-CN" altLang="en-US" sz="4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1095" y="1228725"/>
            <a:ext cx="961580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左移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&lt;&lt;       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右移 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&gt;&gt;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X&lt;&lt;2     X&gt;&gt;2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左移，最低位填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补充；右移，最高位填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补充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0xf0  0b11110000 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左移：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11000000   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右移：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00111100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按位取反符号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~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取反后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变成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变成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0x0F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取反后成为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0xF0,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即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00001111-&gt;11110000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ywiaGRpZCI6ImZjYWE3MzUyYmNhZWZlOTVlZTMxMGRhOGMyYTRjNGE5IiwidXNlckNvdW50Ijoz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1107</Words>
  <Application>WPS 演示</Application>
  <PresentationFormat>宽屏</PresentationFormat>
  <Paragraphs>83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二进制、十进制和十六进制</vt:lpstr>
      <vt:lpstr>C语言的变量类型及范围</vt:lpstr>
      <vt:lpstr>C语言基本运算符</vt:lpstr>
      <vt:lpstr>C语言运算符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140</cp:revision>
  <dcterms:created xsi:type="dcterms:W3CDTF">2020-07-20T07:36:00Z</dcterms:created>
  <dcterms:modified xsi:type="dcterms:W3CDTF">2025-07-01T05:24:50Z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