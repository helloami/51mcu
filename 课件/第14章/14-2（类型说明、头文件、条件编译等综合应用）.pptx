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handoutMasterIdLst>
    <p:handoutMasterId r:id="rId10"/>
  </p:handoutMasterIdLst>
  <p:sldIdLst>
    <p:sldId id="331" r:id="rId3"/>
    <p:sldId id="371" r:id="rId4"/>
    <p:sldId id="372" r:id="rId5"/>
    <p:sldId id="373" r:id="rId6"/>
    <p:sldId id="374" r:id="rId7"/>
    <p:sldId id="310" r:id="rId8"/>
  </p:sldIdLst>
  <p:sldSz cx="12192000" cy="6858000"/>
  <p:notesSz cx="6858000" cy="9144000"/>
  <p:custDataLst>
    <p:tags r:id="rId1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AFAFA"/>
    <a:srgbClr val="F5F5F5"/>
    <a:srgbClr val="5C64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08" autoAdjust="0"/>
    <p:restoredTop sz="94660"/>
  </p:normalViewPr>
  <p:slideViewPr>
    <p:cSldViewPr snapToGrid="0">
      <p:cViewPr varScale="1">
        <p:scale>
          <a:sx n="99" d="100"/>
          <a:sy n="99" d="100"/>
        </p:scale>
        <p:origin x="84" y="1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gs" Target="tags/tag1.xml"/><Relationship Id="rId14" Type="http://schemas.openxmlformats.org/officeDocument/2006/relationships/commentAuthors" Target="commentAuthors.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handoutMaster" Target="handoutMasters/handoutMaster1.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思源黑体 CN ExtraLight" panose="020B0200000000000000" pitchFamily="34" charset="-122"/>
              <a:ea typeface="思源黑体 CN ExtraLight" panose="020B0200000000000000" pitchFamily="34" charset="-122"/>
              <a:cs typeface="思源黑体 CN ExtraLight" panose="020B0200000000000000"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思源黑体 CN ExtraLight" panose="020B0200000000000000" pitchFamily="34" charset="-122"/>
              </a:rPr>
            </a:fld>
            <a:endParaRPr lang="zh-CN" altLang="en-US">
              <a:latin typeface="思源黑体 CN ExtraLight" panose="020B0200000000000000"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思源黑体 CN ExtraLight" panose="020B0200000000000000" pitchFamily="34" charset="-122"/>
              <a:ea typeface="思源黑体 CN ExtraLight" panose="020B0200000000000000" pitchFamily="34" charset="-122"/>
              <a:cs typeface="思源黑体 CN ExtraLight" panose="020B0200000000000000"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思源黑体 CN ExtraLight" panose="020B0200000000000000" pitchFamily="34" charset="-122"/>
              </a:rPr>
            </a:fld>
            <a:endParaRPr lang="zh-CN" altLang="en-US">
              <a:latin typeface="思源黑体 CN ExtraLight" panose="020B0200000000000000"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黑体 CN ExtraLight" panose="020B0200000000000000" pitchFamily="34" charset="-122"/>
                <a:ea typeface="思源黑体 CN ExtraLight" panose="020B0200000000000000" pitchFamily="34" charset="-122"/>
                <a:cs typeface="思源黑体 CN ExtraLight" panose="020B0200000000000000" pitchFamily="3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黑体 CN ExtraLight" panose="020B0200000000000000" pitchFamily="34" charset="-122"/>
                <a:ea typeface="思源黑体 CN ExtraLight" panose="020B0200000000000000" pitchFamily="34" charset="-122"/>
                <a:cs typeface="思源黑体 CN ExtraLight" panose="020B0200000000000000" pitchFamily="34" charset="-122"/>
              </a:defRPr>
            </a:lvl1pPr>
          </a:lstStyle>
          <a:p>
            <a:fld id="{6903AD60-1E1B-49E5-889A-5081478A827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黑体 CN ExtraLight" panose="020B0200000000000000" pitchFamily="34" charset="-122"/>
                <a:ea typeface="思源黑体 CN ExtraLight" panose="020B0200000000000000" pitchFamily="34" charset="-122"/>
                <a:cs typeface="思源黑体 CN ExtraLight" panose="020B0200000000000000" pitchFamily="3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黑体 CN ExtraLight" panose="020B0200000000000000" pitchFamily="34" charset="-122"/>
                <a:ea typeface="思源黑体 CN ExtraLight" panose="020B0200000000000000" pitchFamily="34" charset="-122"/>
                <a:cs typeface="思源黑体 CN ExtraLight" panose="020B0200000000000000" pitchFamily="34" charset="-122"/>
              </a:defRPr>
            </a:lvl1pPr>
          </a:lstStyle>
          <a:p>
            <a:fld id="{41DFA862-0DC3-4474-8F9C-5AE07FF4BC8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黑体 CN ExtraLight" panose="020B0200000000000000" pitchFamily="34" charset="-122"/>
        <a:ea typeface="思源黑体 CN ExtraLight" panose="020B0200000000000000" pitchFamily="34" charset="-122"/>
        <a:cs typeface="思源黑体 CN ExtraLight" panose="020B0200000000000000" pitchFamily="34" charset="-122"/>
      </a:defRPr>
    </a:lvl1pPr>
    <a:lvl2pPr marL="457200" algn="l" defTabSz="914400" rtl="0" eaLnBrk="1" latinLnBrk="0" hangingPunct="1">
      <a:defRPr sz="1200" kern="1200">
        <a:solidFill>
          <a:schemeClr val="tx1"/>
        </a:solidFill>
        <a:latin typeface="思源黑体 CN ExtraLight" panose="020B0200000000000000" pitchFamily="34" charset="-122"/>
        <a:ea typeface="思源黑体 CN ExtraLight" panose="020B0200000000000000" pitchFamily="34" charset="-122"/>
        <a:cs typeface="思源黑体 CN ExtraLight" panose="020B0200000000000000" pitchFamily="34" charset="-122"/>
      </a:defRPr>
    </a:lvl2pPr>
    <a:lvl3pPr marL="914400" algn="l" defTabSz="914400" rtl="0" eaLnBrk="1" latinLnBrk="0" hangingPunct="1">
      <a:defRPr sz="1200" kern="1200">
        <a:solidFill>
          <a:schemeClr val="tx1"/>
        </a:solidFill>
        <a:latin typeface="思源黑体 CN ExtraLight" panose="020B0200000000000000" pitchFamily="34" charset="-122"/>
        <a:ea typeface="思源黑体 CN ExtraLight" panose="020B0200000000000000" pitchFamily="34" charset="-122"/>
        <a:cs typeface="思源黑体 CN ExtraLight" panose="020B0200000000000000" pitchFamily="34" charset="-122"/>
      </a:defRPr>
    </a:lvl3pPr>
    <a:lvl4pPr marL="1371600" algn="l" defTabSz="914400" rtl="0" eaLnBrk="1" latinLnBrk="0" hangingPunct="1">
      <a:defRPr sz="1200" kern="1200">
        <a:solidFill>
          <a:schemeClr val="tx1"/>
        </a:solidFill>
        <a:latin typeface="思源黑体 CN ExtraLight" panose="020B0200000000000000" pitchFamily="34" charset="-122"/>
        <a:ea typeface="思源黑体 CN ExtraLight" panose="020B0200000000000000" pitchFamily="34" charset="-122"/>
        <a:cs typeface="思源黑体 CN ExtraLight" panose="020B0200000000000000" pitchFamily="34" charset="-122"/>
      </a:defRPr>
    </a:lvl4pPr>
    <a:lvl5pPr marL="1828800" algn="l" defTabSz="914400" rtl="0" eaLnBrk="1" latinLnBrk="0" hangingPunct="1">
      <a:defRPr sz="1200" kern="1200">
        <a:solidFill>
          <a:schemeClr val="tx1"/>
        </a:solidFill>
        <a:latin typeface="思源黑体 CN ExtraLight" panose="020B0200000000000000" pitchFamily="34" charset="-122"/>
        <a:ea typeface="思源黑体 CN ExtraLight" panose="020B0200000000000000" pitchFamily="34" charset="-122"/>
        <a:cs typeface="思源黑体 CN ExtraLight" panose="020B0200000000000000" pitchFamily="3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矩形 9"/>
          <p:cNvSpPr/>
          <p:nvPr userDrawn="1"/>
        </p:nvSpPr>
        <p:spPr>
          <a:xfrm>
            <a:off x="1252402" y="899440"/>
            <a:ext cx="9687196" cy="5059120"/>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ExtraLight" panose="020B0200000000000000" pitchFamily="34" charset="-122"/>
              <a:ea typeface="思源黑体 CN ExtraLight" panose="020B0200000000000000" pitchFamily="34" charset="-122"/>
              <a:cs typeface="思源黑体 CN ExtraLight" panose="020B0200000000000000" pitchFamily="34" charset="-122"/>
            </a:endParaRPr>
          </a:p>
        </p:txBody>
      </p:sp>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矩形 2"/>
          <p:cNvSpPr/>
          <p:nvPr userDrawn="1"/>
        </p:nvSpPr>
        <p:spPr>
          <a:xfrm>
            <a:off x="1252402" y="899440"/>
            <a:ext cx="9687196" cy="5059120"/>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思源黑体 CN ExtraLight" panose="020B0200000000000000" pitchFamily="34" charset="-122"/>
              <a:ea typeface="思源黑体 CN ExtraLight" panose="020B0200000000000000" pitchFamily="34" charset="-122"/>
              <a:cs typeface="思源黑体 CN ExtraLight" panose="020B0200000000000000" pitchFamily="34" charset="-122"/>
            </a:endParaRPr>
          </a:p>
        </p:txBody>
      </p:sp>
      <p:pic>
        <p:nvPicPr>
          <p:cNvPr id="4" name="图片 3" descr="金沙滩Logo"/>
          <p:cNvPicPr>
            <a:picLocks noChangeAspect="1"/>
          </p:cNvPicPr>
          <p:nvPr userDrawn="1"/>
        </p:nvPicPr>
        <p:blipFill>
          <a:blip r:embed="rId3"/>
          <a:stretch>
            <a:fillRect/>
          </a:stretch>
        </p:blipFill>
        <p:spPr>
          <a:xfrm>
            <a:off x="0" y="0"/>
            <a:ext cx="1097280" cy="109728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矩形 1"/>
          <p:cNvSpPr/>
          <p:nvPr userDrawn="1"/>
        </p:nvSpPr>
        <p:spPr>
          <a:xfrm rot="327914" flipH="1">
            <a:off x="1252402" y="899440"/>
            <a:ext cx="9687196" cy="5059120"/>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ExtraLight" panose="020B0200000000000000" pitchFamily="34" charset="-122"/>
              <a:ea typeface="思源黑体 CN ExtraLight" panose="020B0200000000000000" pitchFamily="34" charset="-122"/>
              <a:cs typeface="思源黑体 CN ExtraLight" panose="020B0200000000000000" pitchFamily="34" charset="-122"/>
            </a:endParaRPr>
          </a:p>
        </p:txBody>
      </p:sp>
      <p:sp>
        <p:nvSpPr>
          <p:cNvPr id="4" name="矩形 3"/>
          <p:cNvSpPr/>
          <p:nvPr userDrawn="1"/>
        </p:nvSpPr>
        <p:spPr>
          <a:xfrm>
            <a:off x="1252402" y="899440"/>
            <a:ext cx="9687196" cy="5059120"/>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ExtraLight" panose="020B0200000000000000" pitchFamily="34" charset="-122"/>
              <a:ea typeface="思源黑体 CN ExtraLight" panose="020B0200000000000000" pitchFamily="34" charset="-122"/>
              <a:cs typeface="思源黑体 CN ExtraLight" panose="020B0200000000000000" pitchFamily="34" charset="-122"/>
            </a:endParaRPr>
          </a:p>
        </p:txBody>
      </p:sp>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矩形 4"/>
          <p:cNvSpPr/>
          <p:nvPr userDrawn="1"/>
        </p:nvSpPr>
        <p:spPr>
          <a:xfrm rot="327914" flipH="1">
            <a:off x="1252402" y="899440"/>
            <a:ext cx="9687196" cy="5059120"/>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思源黑体 CN ExtraLight" panose="020B0200000000000000" pitchFamily="34" charset="-122"/>
              <a:ea typeface="思源黑体 CN ExtraLight" panose="020B0200000000000000" pitchFamily="34" charset="-122"/>
              <a:cs typeface="思源黑体 CN ExtraLight" panose="020B0200000000000000" pitchFamily="34" charset="-122"/>
            </a:endParaRPr>
          </a:p>
        </p:txBody>
      </p:sp>
      <p:sp>
        <p:nvSpPr>
          <p:cNvPr id="6" name="矩形 5"/>
          <p:cNvSpPr/>
          <p:nvPr userDrawn="1"/>
        </p:nvSpPr>
        <p:spPr>
          <a:xfrm>
            <a:off x="1252402" y="899440"/>
            <a:ext cx="9687196" cy="5059120"/>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思源黑体 CN ExtraLight" panose="020B0200000000000000" pitchFamily="34" charset="-122"/>
              <a:ea typeface="思源黑体 CN ExtraLight" panose="020B0200000000000000" pitchFamily="34" charset="-122"/>
              <a:cs typeface="思源黑体 CN ExtraLight" panose="020B0200000000000000" pitchFamily="34" charset="-122"/>
            </a:endParaRPr>
          </a:p>
        </p:txBody>
      </p:sp>
      <p:pic>
        <p:nvPicPr>
          <p:cNvPr id="7" name="图片 6" descr="金沙滩Logo"/>
          <p:cNvPicPr>
            <a:picLocks noChangeAspect="1"/>
          </p:cNvPicPr>
          <p:nvPr userDrawn="1"/>
        </p:nvPicPr>
        <p:blipFill>
          <a:blip r:embed="rId3"/>
          <a:stretch>
            <a:fillRect/>
          </a:stretch>
        </p:blipFill>
        <p:spPr>
          <a:xfrm>
            <a:off x="0" y="0"/>
            <a:ext cx="1097280" cy="109728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矩形 1"/>
          <p:cNvSpPr/>
          <p:nvPr userDrawn="1"/>
        </p:nvSpPr>
        <p:spPr>
          <a:xfrm rot="21272086">
            <a:off x="1252402" y="899440"/>
            <a:ext cx="9687196" cy="5059120"/>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ExtraLight" panose="020B0200000000000000" pitchFamily="34" charset="-122"/>
              <a:ea typeface="思源黑体 CN ExtraLight" panose="020B0200000000000000" pitchFamily="34" charset="-122"/>
              <a:cs typeface="思源黑体 CN ExtraLight" panose="020B0200000000000000" pitchFamily="34" charset="-122"/>
            </a:endParaRPr>
          </a:p>
        </p:txBody>
      </p:sp>
      <p:sp>
        <p:nvSpPr>
          <p:cNvPr id="4" name="矩形 3"/>
          <p:cNvSpPr/>
          <p:nvPr userDrawn="1"/>
        </p:nvSpPr>
        <p:spPr>
          <a:xfrm>
            <a:off x="1252402" y="899440"/>
            <a:ext cx="9687196" cy="5059120"/>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ExtraLight" panose="020B0200000000000000" pitchFamily="34" charset="-122"/>
              <a:ea typeface="思源黑体 CN ExtraLight" panose="020B0200000000000000" pitchFamily="34" charset="-122"/>
              <a:cs typeface="思源黑体 CN ExtraLight" panose="020B0200000000000000" pitchFamily="34" charset="-122"/>
            </a:endParaRPr>
          </a:p>
        </p:txBody>
      </p:sp>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矩形 4"/>
          <p:cNvSpPr/>
          <p:nvPr userDrawn="1"/>
        </p:nvSpPr>
        <p:spPr>
          <a:xfrm rot="21272086">
            <a:off x="1252402" y="899440"/>
            <a:ext cx="9687196" cy="5059120"/>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思源黑体 CN ExtraLight" panose="020B0200000000000000" pitchFamily="34" charset="-122"/>
              <a:ea typeface="思源黑体 CN ExtraLight" panose="020B0200000000000000" pitchFamily="34" charset="-122"/>
              <a:cs typeface="思源黑体 CN ExtraLight" panose="020B0200000000000000" pitchFamily="34" charset="-122"/>
            </a:endParaRPr>
          </a:p>
        </p:txBody>
      </p:sp>
      <p:sp>
        <p:nvSpPr>
          <p:cNvPr id="6" name="矩形 5"/>
          <p:cNvSpPr/>
          <p:nvPr userDrawn="1"/>
        </p:nvSpPr>
        <p:spPr>
          <a:xfrm>
            <a:off x="1252402" y="899440"/>
            <a:ext cx="9687196" cy="5059120"/>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思源黑体 CN ExtraLight" panose="020B0200000000000000" pitchFamily="34" charset="-122"/>
              <a:ea typeface="思源黑体 CN ExtraLight" panose="020B0200000000000000" pitchFamily="34" charset="-122"/>
              <a:cs typeface="思源黑体 CN ExtraLight" panose="020B0200000000000000" pitchFamily="34" charset="-122"/>
            </a:endParaRPr>
          </a:p>
        </p:txBody>
      </p:sp>
      <p:pic>
        <p:nvPicPr>
          <p:cNvPr id="7" name="图片 6" descr="金沙滩Logo"/>
          <p:cNvPicPr>
            <a:picLocks noChangeAspect="1"/>
          </p:cNvPicPr>
          <p:nvPr userDrawn="1"/>
        </p:nvPicPr>
        <p:blipFill>
          <a:blip r:embed="rId3"/>
          <a:stretch>
            <a:fillRect/>
          </a:stretch>
        </p:blipFill>
        <p:spPr>
          <a:xfrm>
            <a:off x="0" y="0"/>
            <a:ext cx="1097280" cy="109728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矩形 1"/>
          <p:cNvSpPr/>
          <p:nvPr userDrawn="1"/>
        </p:nvSpPr>
        <p:spPr>
          <a:xfrm>
            <a:off x="738433" y="564500"/>
            <a:ext cx="10715134" cy="5729000"/>
          </a:xfrm>
          <a:prstGeom prst="rect">
            <a:avLst/>
          </a:prstGeom>
          <a:solidFill>
            <a:schemeClr val="bg1"/>
          </a:solidFill>
          <a:ln>
            <a:noFill/>
          </a:ln>
          <a:effectLst>
            <a:outerShdw blurRad="63500" sx="101000" sy="101000" algn="ctr"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ExtraLight" panose="020B0200000000000000" pitchFamily="34" charset="-122"/>
              <a:ea typeface="思源黑体 CN ExtraLight" panose="020B0200000000000000" pitchFamily="34" charset="-122"/>
              <a:cs typeface="思源黑体 CN ExtraLight" panose="020B0200000000000000" pitchFamily="34" charset="-122"/>
            </a:endParaRPr>
          </a:p>
        </p:txBody>
      </p:sp>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矩形 3"/>
          <p:cNvSpPr/>
          <p:nvPr userDrawn="1"/>
        </p:nvSpPr>
        <p:spPr>
          <a:xfrm>
            <a:off x="738433" y="564500"/>
            <a:ext cx="10715134" cy="5729000"/>
          </a:xfrm>
          <a:prstGeom prst="rect">
            <a:avLst/>
          </a:prstGeom>
          <a:solidFill>
            <a:schemeClr val="bg1"/>
          </a:solidFill>
          <a:ln>
            <a:noFill/>
          </a:ln>
          <a:effectLst>
            <a:outerShdw blurRad="63500" sx="101000" sy="101000" algn="ctr"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思源黑体 CN ExtraLight" panose="020B0200000000000000" pitchFamily="34" charset="-122"/>
              <a:ea typeface="思源黑体 CN ExtraLight" panose="020B0200000000000000" pitchFamily="34" charset="-122"/>
              <a:cs typeface="思源黑体 CN ExtraLight" panose="020B0200000000000000" pitchFamily="34" charset="-122"/>
            </a:endParaRPr>
          </a:p>
        </p:txBody>
      </p:sp>
      <p:pic>
        <p:nvPicPr>
          <p:cNvPr id="7" name="图片 6" descr="金沙滩Logo"/>
          <p:cNvPicPr>
            <a:picLocks noChangeAspect="1"/>
          </p:cNvPicPr>
          <p:nvPr userDrawn="1"/>
        </p:nvPicPr>
        <p:blipFill>
          <a:blip r:embed="rId3"/>
          <a:stretch>
            <a:fillRect/>
          </a:stretch>
        </p:blipFill>
        <p:spPr>
          <a:xfrm>
            <a:off x="0" y="0"/>
            <a:ext cx="1097280" cy="1097280"/>
          </a:xfrm>
          <a:prstGeom prst="rect">
            <a:avLst/>
          </a:prstGeom>
        </p:spPr>
      </p:pic>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矩形 1"/>
          <p:cNvSpPr/>
          <p:nvPr userDrawn="1"/>
        </p:nvSpPr>
        <p:spPr>
          <a:xfrm>
            <a:off x="371474" y="368300"/>
            <a:ext cx="11449051" cy="6121400"/>
          </a:xfrm>
          <a:prstGeom prst="rect">
            <a:avLst/>
          </a:prstGeom>
          <a:solidFill>
            <a:schemeClr val="bg1"/>
          </a:solidFill>
          <a:ln>
            <a:noFill/>
          </a:ln>
          <a:effectLst>
            <a:outerShdw blurRad="63500" sx="101000" sy="101000" algn="ctr"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ExtraLight" panose="020B0200000000000000" pitchFamily="34" charset="-122"/>
              <a:ea typeface="思源黑体 CN ExtraLight" panose="020B0200000000000000" pitchFamily="34" charset="-122"/>
              <a:cs typeface="思源黑体 CN ExtraLight" panose="020B0200000000000000" pitchFamily="34" charset="-122"/>
            </a:endParaRPr>
          </a:p>
        </p:txBody>
      </p:sp>
      <p:sp>
        <p:nvSpPr>
          <p:cNvPr id="4" name="文本占位符 3"/>
          <p:cNvSpPr>
            <a:spLocks noGrp="1"/>
          </p:cNvSpPr>
          <p:nvPr>
            <p:ph type="body" sz="quarter" idx="10" hasCustomPrompt="1"/>
          </p:nvPr>
        </p:nvSpPr>
        <p:spPr>
          <a:xfrm>
            <a:off x="4056855" y="482600"/>
            <a:ext cx="4078288" cy="593725"/>
          </a:xfrm>
          <a:prstGeom prst="rect">
            <a:avLst/>
          </a:prstGeom>
        </p:spPr>
        <p:txBody>
          <a:bodyPr anchor="ctr"/>
          <a:lstStyle>
            <a:lvl1pPr marL="0" indent="0" algn="ctr">
              <a:buNone/>
              <a:defRPr sz="2800">
                <a:solidFill>
                  <a:schemeClr val="accent2"/>
                </a:solidFill>
                <a:latin typeface="思源黑体 CN ExtraLight" panose="020B0200000000000000" pitchFamily="34" charset="-122"/>
                <a:ea typeface="思源黑体 CN ExtraLight" panose="020B0200000000000000" pitchFamily="34" charset="-122"/>
                <a:cs typeface="思源黑体 CN ExtraLight" panose="020B0200000000000000" pitchFamily="34" charset="-122"/>
              </a:defRPr>
            </a:lvl1pPr>
          </a:lstStyle>
          <a:p>
            <a:pPr lvl="0"/>
            <a:r>
              <a:rPr lang="zh-CN" altLang="en-US" dirty="0"/>
              <a:t>单击此处编辑母版文本</a:t>
            </a:r>
            <a:endParaRPr lang="zh-CN" altLang="en-US" dirty="0"/>
          </a:p>
        </p:txBody>
      </p:sp>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矩形 4"/>
          <p:cNvSpPr/>
          <p:nvPr userDrawn="1"/>
        </p:nvSpPr>
        <p:spPr>
          <a:xfrm>
            <a:off x="371474" y="368300"/>
            <a:ext cx="11449051" cy="6121400"/>
          </a:xfrm>
          <a:prstGeom prst="rect">
            <a:avLst/>
          </a:prstGeom>
          <a:solidFill>
            <a:schemeClr val="bg1"/>
          </a:solidFill>
          <a:ln>
            <a:noFill/>
          </a:ln>
          <a:effectLst>
            <a:outerShdw blurRad="63500" sx="101000" sy="101000" algn="ctr"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思源黑体 CN ExtraLight" panose="020B0200000000000000" pitchFamily="34" charset="-122"/>
              <a:ea typeface="思源黑体 CN ExtraLight" panose="020B0200000000000000" pitchFamily="34" charset="-122"/>
              <a:cs typeface="思源黑体 CN ExtraLight" panose="020B0200000000000000" pitchFamily="34" charset="-122"/>
            </a:endParaRPr>
          </a:p>
        </p:txBody>
      </p:sp>
      <p:pic>
        <p:nvPicPr>
          <p:cNvPr id="7" name="图片 6" descr="金沙滩Logo"/>
          <p:cNvPicPr>
            <a:picLocks noChangeAspect="1"/>
          </p:cNvPicPr>
          <p:nvPr userDrawn="1"/>
        </p:nvPicPr>
        <p:blipFill>
          <a:blip r:embed="rId3"/>
          <a:stretch>
            <a:fillRect/>
          </a:stretch>
        </p:blipFill>
        <p:spPr>
          <a:xfrm>
            <a:off x="0" y="0"/>
            <a:ext cx="1097280" cy="1097280"/>
          </a:xfrm>
          <a:prstGeom prst="rect">
            <a:avLst/>
          </a:prstGeom>
        </p:spPr>
      </p:pic>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706437"/>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a:xfrm>
            <a:off x="624417" y="6092825"/>
            <a:ext cx="2844800" cy="217488"/>
          </a:xfrm>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a:xfrm>
            <a:off x="4078817" y="6092825"/>
            <a:ext cx="3860800" cy="215900"/>
          </a:xfrm>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a:xfrm>
            <a:off x="8737600" y="6092825"/>
            <a:ext cx="2844800" cy="215900"/>
          </a:xfrm>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image" Target="../media/image2.png"/><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图片 1" descr="金沙滩Logo"/>
          <p:cNvPicPr>
            <a:picLocks noChangeAspect="1"/>
          </p:cNvPicPr>
          <p:nvPr/>
        </p:nvPicPr>
        <p:blipFill>
          <a:blip r:embed="rId7"/>
          <a:stretch>
            <a:fillRect/>
          </a:stretch>
        </p:blipFill>
        <p:spPr>
          <a:xfrm>
            <a:off x="36195" y="62230"/>
            <a:ext cx="1097280" cy="109728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矩形 6"/>
          <p:cNvSpPr/>
          <p:nvPr/>
        </p:nvSpPr>
        <p:spPr>
          <a:xfrm>
            <a:off x="8253730" y="0"/>
            <a:ext cx="3835400" cy="650240"/>
          </a:xfrm>
          <a:prstGeom prst="rect">
            <a:avLst/>
          </a:prstGeom>
        </p:spPr>
        <p:txBody>
          <a:bodyPr wrap="none">
            <a:noAutofit/>
          </a:bodyPr>
          <a:p>
            <a:pPr algn="ctr"/>
            <a:r>
              <a:rPr lang="zh-CN" altLang="en-US" sz="2000" dirty="0">
                <a:solidFill>
                  <a:srgbClr val="0000FF"/>
                </a:solidFill>
                <a:latin typeface="微软雅黑" panose="020B0503020204020204" charset="-122"/>
                <a:ea typeface="微软雅黑" panose="020B0503020204020204" charset="-122"/>
                <a:cs typeface="微软雅黑" panose="020B0503020204020204" charset="-122"/>
              </a:rPr>
              <a:t>配套书籍：手把手教你学</a:t>
            </a:r>
            <a:r>
              <a:rPr lang="en-US" altLang="zh-CN" sz="2000" dirty="0">
                <a:solidFill>
                  <a:srgbClr val="0000FF"/>
                </a:solidFill>
                <a:latin typeface="微软雅黑" panose="020B0503020204020204" charset="-122"/>
                <a:ea typeface="微软雅黑" panose="020B0503020204020204" charset="-122"/>
                <a:cs typeface="微软雅黑" panose="020B0503020204020204" charset="-122"/>
              </a:rPr>
              <a:t>51</a:t>
            </a:r>
            <a:r>
              <a:rPr lang="zh-CN" altLang="en-US" sz="2000" dirty="0">
                <a:solidFill>
                  <a:srgbClr val="0000FF"/>
                </a:solidFill>
                <a:latin typeface="微软雅黑" panose="020B0503020204020204" charset="-122"/>
                <a:ea typeface="微软雅黑" panose="020B0503020204020204" charset="-122"/>
                <a:cs typeface="微软雅黑" panose="020B0503020204020204" charset="-122"/>
              </a:rPr>
              <a:t>单片机</a:t>
            </a:r>
            <a:endParaRPr lang="zh-CN" altLang="en-US" sz="2000" dirty="0">
              <a:solidFill>
                <a:srgbClr val="0000FF"/>
              </a:solidFill>
              <a:latin typeface="微软雅黑" panose="020B0503020204020204" charset="-122"/>
              <a:ea typeface="微软雅黑" panose="020B0503020204020204" charset="-122"/>
              <a:cs typeface="微软雅黑" panose="020B0503020204020204" charset="-122"/>
            </a:endParaRPr>
          </a:p>
          <a:p>
            <a:pPr algn="ctr"/>
            <a:r>
              <a:rPr lang="en-US" altLang="zh-CN" sz="2000" dirty="0">
                <a:solidFill>
                  <a:srgbClr val="0000FF"/>
                </a:solidFill>
                <a:latin typeface="微软雅黑" panose="020B0503020204020204" charset="-122"/>
                <a:ea typeface="微软雅黑" panose="020B0503020204020204" charset="-122"/>
                <a:cs typeface="微软雅黑" panose="020B0503020204020204" charset="-122"/>
              </a:rPr>
              <a:t>                         --C</a:t>
            </a:r>
            <a:r>
              <a:rPr lang="zh-CN" altLang="en-US" sz="2000" dirty="0">
                <a:solidFill>
                  <a:srgbClr val="0000FF"/>
                </a:solidFill>
                <a:latin typeface="微软雅黑" panose="020B0503020204020204" charset="-122"/>
                <a:ea typeface="微软雅黑" panose="020B0503020204020204" charset="-122"/>
                <a:cs typeface="微软雅黑" panose="020B0503020204020204" charset="-122"/>
              </a:rPr>
              <a:t>语言版（第</a:t>
            </a:r>
            <a:r>
              <a:rPr lang="en-US" altLang="zh-CN" sz="2000" dirty="0">
                <a:solidFill>
                  <a:srgbClr val="0000FF"/>
                </a:solidFill>
                <a:latin typeface="微软雅黑" panose="020B0503020204020204" charset="-122"/>
                <a:ea typeface="微软雅黑" panose="020B0503020204020204" charset="-122"/>
                <a:cs typeface="微软雅黑" panose="020B0503020204020204" charset="-122"/>
              </a:rPr>
              <a:t>3</a:t>
            </a:r>
            <a:r>
              <a:rPr lang="zh-CN" altLang="en-US" sz="2000" dirty="0">
                <a:solidFill>
                  <a:srgbClr val="0000FF"/>
                </a:solidFill>
                <a:latin typeface="微软雅黑" panose="020B0503020204020204" charset="-122"/>
                <a:ea typeface="微软雅黑" panose="020B0503020204020204" charset="-122"/>
                <a:cs typeface="微软雅黑" panose="020B0503020204020204" charset="-122"/>
              </a:rPr>
              <a:t>版）</a:t>
            </a:r>
            <a:endParaRPr lang="zh-CN" altLang="en-US" sz="2000" dirty="0">
              <a:solidFill>
                <a:srgbClr val="0000FF"/>
              </a:solidFill>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4106545" y="4959350"/>
            <a:ext cx="4064000" cy="645160"/>
          </a:xfrm>
          <a:prstGeom prst="rect">
            <a:avLst/>
          </a:prstGeom>
          <a:noFill/>
        </p:spPr>
        <p:txBody>
          <a:bodyPr wrap="square" rtlCol="0">
            <a:spAutoFit/>
          </a:bodyPr>
          <a:p>
            <a:pPr algn="ctr"/>
            <a:r>
              <a:rPr lang="zh-CN" altLang="en-US">
                <a:latin typeface="微软雅黑" panose="020B0503020204020204" charset="-122"/>
                <a:ea typeface="微软雅黑" panose="020B0503020204020204" charset="-122"/>
              </a:rPr>
              <a:t>青岛金思特电子有限公司</a:t>
            </a:r>
            <a:endParaRPr lang="zh-CN" altLang="en-US">
              <a:latin typeface="微软雅黑" panose="020B0503020204020204" charset="-122"/>
              <a:ea typeface="微软雅黑" panose="020B0503020204020204" charset="-122"/>
            </a:endParaRPr>
          </a:p>
          <a:p>
            <a:pPr algn="ctr"/>
            <a:r>
              <a:rPr lang="zh-CN" altLang="en-US">
                <a:latin typeface="微软雅黑" panose="020B0503020204020204" charset="-122"/>
                <a:ea typeface="微软雅黑" panose="020B0503020204020204" charset="-122"/>
              </a:rPr>
              <a:t>（金沙滩工作室）</a:t>
            </a:r>
            <a:endParaRPr lang="zh-CN" altLang="en-US">
              <a:latin typeface="微软雅黑" panose="020B0503020204020204" charset="-122"/>
              <a:ea typeface="微软雅黑" panose="020B0503020204020204" charset="-122"/>
            </a:endParaRPr>
          </a:p>
        </p:txBody>
      </p:sp>
      <p:sp>
        <p:nvSpPr>
          <p:cNvPr id="9" name="文本框 8"/>
          <p:cNvSpPr txBox="1"/>
          <p:nvPr/>
        </p:nvSpPr>
        <p:spPr>
          <a:xfrm>
            <a:off x="4011930" y="5709920"/>
            <a:ext cx="4064000" cy="368300"/>
          </a:xfrm>
          <a:prstGeom prst="rect">
            <a:avLst/>
          </a:prstGeom>
          <a:noFill/>
        </p:spPr>
        <p:txBody>
          <a:bodyPr wrap="square" rtlCol="0">
            <a:spAutoFit/>
          </a:bodyPr>
          <a:p>
            <a:pPr algn="ctr"/>
            <a:r>
              <a:rPr lang="zh-CN" altLang="en-US">
                <a:latin typeface="微软雅黑" panose="020B0503020204020204" charset="-122"/>
                <a:ea typeface="微软雅黑" panose="020B0503020204020204" charset="-122"/>
              </a:rPr>
              <a:t>作者：宋雪松</a:t>
            </a:r>
            <a:endParaRPr lang="zh-CN" altLang="en-US">
              <a:latin typeface="微软雅黑" panose="020B0503020204020204" charset="-122"/>
              <a:ea typeface="微软雅黑" panose="020B0503020204020204" charset="-122"/>
            </a:endParaRPr>
          </a:p>
        </p:txBody>
      </p:sp>
      <p:sp>
        <p:nvSpPr>
          <p:cNvPr id="3" name="文本框 2"/>
          <p:cNvSpPr txBox="1"/>
          <p:nvPr/>
        </p:nvSpPr>
        <p:spPr>
          <a:xfrm>
            <a:off x="-143510" y="2327275"/>
            <a:ext cx="12192000" cy="706755"/>
          </a:xfrm>
          <a:prstGeom prst="rect">
            <a:avLst/>
          </a:prstGeom>
          <a:noFill/>
        </p:spPr>
        <p:txBody>
          <a:bodyPr wrap="square" rtlCol="0" anchor="t">
            <a:spAutoFit/>
          </a:bodyPr>
          <a:p>
            <a:pPr algn="ctr">
              <a:buNone/>
            </a:pPr>
            <a:r>
              <a:rPr lang="en-US" altLang="zh-CN" sz="4000" b="1" dirty="0">
                <a:solidFill>
                  <a:srgbClr val="FF3300"/>
                </a:solidFill>
                <a:latin typeface="宋体" panose="02010600030101010101" pitchFamily="2" charset="-122"/>
                <a:ea typeface="宋体" panose="02010600030101010101" pitchFamily="2" charset="-122"/>
                <a:sym typeface="+mn-ea"/>
              </a:rPr>
              <a:t>14-2</a:t>
            </a:r>
            <a:r>
              <a:rPr lang="zh-CN" altLang="en-US" sz="4000" b="1" dirty="0">
                <a:solidFill>
                  <a:srgbClr val="FF3300"/>
                </a:solidFill>
                <a:latin typeface="宋体" panose="02010600030101010101" pitchFamily="2" charset="-122"/>
                <a:ea typeface="宋体" panose="02010600030101010101" pitchFamily="2" charset="-122"/>
                <a:sym typeface="+mn-ea"/>
              </a:rPr>
              <a:t>：</a:t>
            </a:r>
            <a:r>
              <a:rPr lang="zh-CN" sz="4000" b="1" dirty="0">
                <a:solidFill>
                  <a:srgbClr val="FF3300"/>
                </a:solidFill>
                <a:latin typeface="宋体" panose="02010600030101010101" pitchFamily="2" charset="-122"/>
                <a:ea typeface="宋体" panose="02010600030101010101" pitchFamily="2" charset="-122"/>
                <a:sym typeface="+mn-ea"/>
              </a:rPr>
              <a:t>类型说明、头文件、条件编译综合应用</a:t>
            </a:r>
            <a:endParaRPr lang="zh-CN" sz="4000" b="1" dirty="0">
              <a:solidFill>
                <a:srgbClr val="FF3300"/>
              </a:solidFill>
              <a:latin typeface="宋体" panose="02010600030101010101" pitchFamily="2" charset="-122"/>
              <a:ea typeface="宋体" panose="02010600030101010101" pitchFamily="2" charset="-122"/>
              <a:sym typeface="+mn-ea"/>
            </a:endParaRPr>
          </a:p>
        </p:txBody>
      </p:sp>
      <p:sp>
        <p:nvSpPr>
          <p:cNvPr id="2" name="文本框 1"/>
          <p:cNvSpPr txBox="1"/>
          <p:nvPr/>
        </p:nvSpPr>
        <p:spPr>
          <a:xfrm>
            <a:off x="1041400" y="5080"/>
            <a:ext cx="6767830" cy="645160"/>
          </a:xfrm>
          <a:prstGeom prst="rect">
            <a:avLst/>
          </a:prstGeom>
          <a:noFill/>
        </p:spPr>
        <p:txBody>
          <a:bodyPr wrap="square" rtlCol="0">
            <a:spAutoFit/>
          </a:bodyPr>
          <a:p>
            <a:r>
              <a:rPr lang="zh-CN" altLang="en-US">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回馈社会，</a:t>
            </a:r>
            <a:r>
              <a:rPr lang="zh-CN" altLang="en-US">
                <a:solidFill>
                  <a:srgbClr val="FF0000"/>
                </a:solidFill>
                <a:latin typeface="宋体" panose="02010600030101010101" pitchFamily="2" charset="-122"/>
                <a:ea typeface="宋体" panose="02010600030101010101" pitchFamily="2" charset="-122"/>
                <a:cs typeface="宋体" panose="02010600030101010101" pitchFamily="2" charset="-122"/>
              </a:rPr>
              <a:t>全面开源</a:t>
            </a:r>
            <a:r>
              <a:rPr lang="en-US" altLang="zh-CN">
                <a:solidFill>
                  <a:srgbClr val="FF0000"/>
                </a:solidFill>
                <a:latin typeface="宋体" panose="02010600030101010101" pitchFamily="2" charset="-122"/>
                <a:ea typeface="宋体" panose="02010600030101010101" pitchFamily="2" charset="-122"/>
                <a:cs typeface="宋体" panose="02010600030101010101" pitchFamily="2" charset="-122"/>
              </a:rPr>
              <a:t>“Kingst51”</a:t>
            </a:r>
            <a:r>
              <a:rPr lang="zh-CN" altLang="en-US">
                <a:solidFill>
                  <a:srgbClr val="FF0000"/>
                </a:solidFill>
                <a:latin typeface="宋体" panose="02010600030101010101" pitchFamily="2" charset="-122"/>
                <a:ea typeface="宋体" panose="02010600030101010101" pitchFamily="2" charset="-122"/>
                <a:cs typeface="宋体" panose="02010600030101010101" pitchFamily="2" charset="-122"/>
              </a:rPr>
              <a:t>所有资料。</a:t>
            </a:r>
            <a:endParaRPr lang="zh-CN" altLang="en-US">
              <a:solidFill>
                <a:srgbClr val="FF0000"/>
              </a:solidFill>
              <a:latin typeface="宋体" panose="02010600030101010101" pitchFamily="2" charset="-122"/>
              <a:ea typeface="宋体" panose="02010600030101010101" pitchFamily="2" charset="-122"/>
              <a:cs typeface="宋体" panose="02010600030101010101" pitchFamily="2" charset="-122"/>
            </a:endParaRPr>
          </a:p>
          <a:p>
            <a:r>
              <a:rPr lang="en-US" altLang="zh-CN">
                <a:solidFill>
                  <a:srgbClr val="FF0000"/>
                </a:solidFill>
                <a:latin typeface="宋体" panose="02010600030101010101" pitchFamily="2" charset="-122"/>
                <a:ea typeface="宋体" panose="02010600030101010101" pitchFamily="2" charset="-122"/>
                <a:cs typeface="宋体" panose="02010600030101010101" pitchFamily="2" charset="-122"/>
              </a:rPr>
              <a:t>“Kingst51”</a:t>
            </a:r>
            <a:r>
              <a:rPr lang="zh-CN" altLang="en-US">
                <a:solidFill>
                  <a:srgbClr val="FF0000"/>
                </a:solidFill>
                <a:latin typeface="宋体" panose="02010600030101010101" pitchFamily="2" charset="-122"/>
                <a:ea typeface="宋体" panose="02010600030101010101" pitchFamily="2" charset="-122"/>
                <a:cs typeface="宋体" panose="02010600030101010101" pitchFamily="2" charset="-122"/>
              </a:rPr>
              <a:t>开发板以</a:t>
            </a:r>
            <a:r>
              <a:rPr lang="en-US" altLang="zh-CN">
                <a:solidFill>
                  <a:srgbClr val="FF0000"/>
                </a:solidFill>
                <a:latin typeface="宋体" panose="02010600030101010101" pitchFamily="2" charset="-122"/>
                <a:ea typeface="宋体" panose="02010600030101010101" pitchFamily="2" charset="-122"/>
                <a:cs typeface="宋体" panose="02010600030101010101" pitchFamily="2" charset="-122"/>
              </a:rPr>
              <a:t>0</a:t>
            </a:r>
            <a:r>
              <a:rPr lang="zh-CN" altLang="en-US">
                <a:solidFill>
                  <a:srgbClr val="FF0000"/>
                </a:solidFill>
                <a:latin typeface="宋体" panose="02010600030101010101" pitchFamily="2" charset="-122"/>
                <a:ea typeface="宋体" panose="02010600030101010101" pitchFamily="2" charset="-122"/>
                <a:cs typeface="宋体" panose="02010600030101010101" pitchFamily="2" charset="-122"/>
              </a:rPr>
              <a:t>利润成本价销售（公开完整</a:t>
            </a:r>
            <a:r>
              <a:rPr lang="zh-CN" altLang="en-US">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成本清单）</a:t>
            </a:r>
            <a:endParaRPr lang="zh-CN" altLang="en-US">
              <a:solidFill>
                <a:srgbClr val="FF0000"/>
              </a:solidFill>
              <a:latin typeface="宋体" panose="02010600030101010101" pitchFamily="2" charset="-122"/>
              <a:ea typeface="宋体" panose="02010600030101010101" pitchFamily="2" charset="-122"/>
              <a:cs typeface="宋体" panose="02010600030101010101" pitchFamily="2" charset="-122"/>
            </a:endParaRPr>
          </a:p>
        </p:txBody>
      </p:sp>
      <p:sp>
        <p:nvSpPr>
          <p:cNvPr id="6" name="文本框 5"/>
          <p:cNvSpPr txBox="1"/>
          <p:nvPr/>
        </p:nvSpPr>
        <p:spPr>
          <a:xfrm>
            <a:off x="635" y="3255645"/>
            <a:ext cx="12191365" cy="645160"/>
          </a:xfrm>
          <a:prstGeom prst="rect">
            <a:avLst/>
          </a:prstGeom>
          <a:noFill/>
        </p:spPr>
        <p:txBody>
          <a:bodyPr wrap="square" rtlCol="0">
            <a:spAutoFit/>
          </a:bodyPr>
          <a:p>
            <a:pPr algn="ctr"/>
            <a:r>
              <a:rPr lang="zh-CN" altLang="en-US">
                <a:solidFill>
                  <a:srgbClr val="0000FF"/>
                </a:solidFill>
                <a:latin typeface="宋体" panose="02010600030101010101" pitchFamily="2" charset="-122"/>
                <a:ea typeface="宋体" panose="02010600030101010101" pitchFamily="2" charset="-122"/>
              </a:rPr>
              <a:t>关注各大直播平台：金沙滩电子课堂，直播授课答疑</a:t>
            </a:r>
            <a:endParaRPr lang="zh-CN" altLang="en-US">
              <a:solidFill>
                <a:srgbClr val="0000FF"/>
              </a:solidFill>
              <a:latin typeface="宋体" panose="02010600030101010101" pitchFamily="2" charset="-122"/>
              <a:ea typeface="宋体" panose="02010600030101010101" pitchFamily="2" charset="-122"/>
            </a:endParaRPr>
          </a:p>
          <a:p>
            <a:pPr algn="ctr"/>
            <a:endParaRPr lang="zh-CN" altLang="en-US">
              <a:solidFill>
                <a:srgbClr val="0000FF"/>
              </a:solidFill>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标题 16385"/>
          <p:cNvSpPr>
            <a:spLocks noGrp="1"/>
          </p:cNvSpPr>
          <p:nvPr>
            <p:ph type="title"/>
          </p:nvPr>
        </p:nvSpPr>
        <p:spPr>
          <a:xfrm>
            <a:off x="0" y="274955"/>
            <a:ext cx="12192000" cy="706120"/>
          </a:xfrm>
        </p:spPr>
        <p:txBody>
          <a:bodyPr anchor="ctr" anchorCtr="0"/>
          <a:p>
            <a:pPr algn="ctr"/>
            <a:r>
              <a:rPr lang="zh-CN" altLang="en-US" dirty="0">
                <a:latin typeface="黑体" panose="02010609060101010101" charset="-122"/>
                <a:ea typeface="黑体" panose="02010609060101010101" charset="-122"/>
              </a:rPr>
              <a:t>自定义类型说明</a:t>
            </a:r>
            <a:endParaRPr lang="zh-CN" altLang="en-US" dirty="0">
              <a:latin typeface="黑体" panose="02010609060101010101" charset="-122"/>
              <a:ea typeface="黑体" panose="02010609060101010101" charset="-122"/>
            </a:endParaRPr>
          </a:p>
        </p:txBody>
      </p:sp>
      <p:sp>
        <p:nvSpPr>
          <p:cNvPr id="2" name="文本框 1"/>
          <p:cNvSpPr txBox="1"/>
          <p:nvPr/>
        </p:nvSpPr>
        <p:spPr>
          <a:xfrm>
            <a:off x="60960" y="1125855"/>
            <a:ext cx="12192635" cy="5295900"/>
          </a:xfrm>
          <a:prstGeom prst="rect">
            <a:avLst/>
          </a:prstGeom>
          <a:noFill/>
        </p:spPr>
        <p:txBody>
          <a:bodyPr wrap="square" rtlCol="0">
            <a:noAutofit/>
          </a:bodyPr>
          <a:p>
            <a:pPr algn="ctr" fontAlgn="auto">
              <a:lnSpc>
                <a:spcPct val="150000"/>
              </a:lnSpc>
            </a:pPr>
            <a:r>
              <a:rPr lang="zh-CN" altLang="en-US">
                <a:latin typeface="宋体" panose="02010600030101010101" pitchFamily="2" charset="-122"/>
                <a:ea typeface="宋体" panose="02010600030101010101" pitchFamily="2" charset="-122"/>
                <a:cs typeface="宋体" panose="02010600030101010101" pitchFamily="2" charset="-122"/>
              </a:rPr>
              <a:t>自定义类型说明格式：</a:t>
            </a:r>
            <a:endParaRPr lang="zh-CN" altLang="en-US">
              <a:latin typeface="宋体" panose="02010600030101010101" pitchFamily="2" charset="-122"/>
              <a:ea typeface="宋体" panose="02010600030101010101" pitchFamily="2" charset="-122"/>
              <a:cs typeface="宋体" panose="02010600030101010101" pitchFamily="2" charset="-122"/>
            </a:endParaRPr>
          </a:p>
          <a:p>
            <a:pPr indent="457200" algn="ctr" fontAlgn="auto">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rPr>
              <a:t> typedef  </a:t>
            </a:r>
            <a:r>
              <a:rPr lang="zh-CN" altLang="en-US">
                <a:latin typeface="宋体" panose="02010600030101010101" pitchFamily="2" charset="-122"/>
                <a:ea typeface="宋体" panose="02010600030101010101" pitchFamily="2" charset="-122"/>
                <a:cs typeface="宋体" panose="02010600030101010101" pitchFamily="2" charset="-122"/>
              </a:rPr>
              <a:t>原类型名</a:t>
            </a:r>
            <a:r>
              <a:rPr lang="en-US" altLang="zh-CN">
                <a:latin typeface="宋体" panose="02010600030101010101" pitchFamily="2" charset="-122"/>
                <a:ea typeface="宋体" panose="02010600030101010101" pitchFamily="2" charset="-122"/>
                <a:cs typeface="宋体" panose="02010600030101010101" pitchFamily="2" charset="-122"/>
              </a:rPr>
              <a:t>  </a:t>
            </a:r>
            <a:r>
              <a:rPr lang="zh-CN" altLang="en-US">
                <a:latin typeface="宋体" panose="02010600030101010101" pitchFamily="2" charset="-122"/>
                <a:ea typeface="宋体" panose="02010600030101010101" pitchFamily="2" charset="-122"/>
                <a:cs typeface="宋体" panose="02010600030101010101" pitchFamily="2" charset="-122"/>
              </a:rPr>
              <a:t>新类型名</a:t>
            </a:r>
            <a:endParaRPr lang="zh-CN" altLang="en-US">
              <a:latin typeface="宋体" panose="02010600030101010101" pitchFamily="2" charset="-122"/>
              <a:ea typeface="宋体" panose="02010600030101010101" pitchFamily="2" charset="-122"/>
              <a:cs typeface="宋体" panose="02010600030101010101" pitchFamily="2" charset="-122"/>
            </a:endParaRPr>
          </a:p>
          <a:p>
            <a:pPr indent="457200" algn="ctr" fontAlgn="auto">
              <a:lnSpc>
                <a:spcPct val="150000"/>
              </a:lnSpc>
            </a:pPr>
            <a:endParaRPr lang="zh-CN" altLang="en-US">
              <a:latin typeface="宋体" panose="02010600030101010101" pitchFamily="2" charset="-122"/>
              <a:ea typeface="宋体" panose="02010600030101010101" pitchFamily="2" charset="-122"/>
              <a:cs typeface="宋体" panose="02010600030101010101" pitchFamily="2" charset="-122"/>
            </a:endParaRPr>
          </a:p>
          <a:p>
            <a:pPr indent="457200" algn="ctr" fontAlgn="auto">
              <a:lnSpc>
                <a:spcPct val="150000"/>
              </a:lnSpc>
            </a:pPr>
            <a:r>
              <a:rPr lang="zh-CN" altLang="en-US">
                <a:latin typeface="宋体" panose="02010600030101010101" pitchFamily="2" charset="-122"/>
                <a:ea typeface="宋体" panose="02010600030101010101" pitchFamily="2" charset="-122"/>
                <a:cs typeface="宋体" panose="02010600030101010101" pitchFamily="2" charset="-122"/>
              </a:rPr>
              <a:t>正规公司程序开发所采用的类型说明方式：</a:t>
            </a:r>
            <a:endParaRPr lang="zh-CN" altLang="en-US">
              <a:latin typeface="宋体" panose="02010600030101010101" pitchFamily="2" charset="-122"/>
              <a:ea typeface="宋体" panose="02010600030101010101" pitchFamily="2" charset="-122"/>
              <a:cs typeface="宋体" panose="02010600030101010101" pitchFamily="2" charset="-122"/>
            </a:endParaRPr>
          </a:p>
          <a:p>
            <a:pPr indent="457200" algn="ctr" fontAlgn="auto">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rPr>
              <a:t> typedef  signed    char    int8;    // 8</a:t>
            </a:r>
            <a:r>
              <a:rPr lang="zh-CN" altLang="en-US">
                <a:latin typeface="宋体" panose="02010600030101010101" pitchFamily="2" charset="-122"/>
                <a:ea typeface="宋体" panose="02010600030101010101" pitchFamily="2" charset="-122"/>
                <a:cs typeface="宋体" panose="02010600030101010101" pitchFamily="2" charset="-122"/>
              </a:rPr>
              <a:t>位有符号整型数</a:t>
            </a:r>
            <a:endParaRPr lang="zh-CN" altLang="en-US">
              <a:latin typeface="宋体" panose="02010600030101010101" pitchFamily="2" charset="-122"/>
              <a:ea typeface="宋体" panose="02010600030101010101" pitchFamily="2" charset="-122"/>
              <a:cs typeface="宋体" panose="02010600030101010101" pitchFamily="2" charset="-122"/>
            </a:endParaRPr>
          </a:p>
          <a:p>
            <a:pPr indent="457200" algn="ctr" fontAlgn="auto">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rPr>
              <a:t> typedef  signed    int     int16;   //16</a:t>
            </a:r>
            <a:r>
              <a:rPr lang="zh-CN" altLang="en-US">
                <a:latin typeface="宋体" panose="02010600030101010101" pitchFamily="2" charset="-122"/>
                <a:ea typeface="宋体" panose="02010600030101010101" pitchFamily="2" charset="-122"/>
                <a:cs typeface="宋体" panose="02010600030101010101" pitchFamily="2" charset="-122"/>
              </a:rPr>
              <a:t>位有符号整型数</a:t>
            </a:r>
            <a:endParaRPr lang="zh-CN" altLang="en-US">
              <a:latin typeface="宋体" panose="02010600030101010101" pitchFamily="2" charset="-122"/>
              <a:ea typeface="宋体" panose="02010600030101010101" pitchFamily="2" charset="-122"/>
              <a:cs typeface="宋体" panose="02010600030101010101" pitchFamily="2" charset="-122"/>
            </a:endParaRPr>
          </a:p>
          <a:p>
            <a:pPr indent="457200" algn="ctr" fontAlgn="auto">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rPr>
              <a:t> typedef  signed    long    int32;   //32</a:t>
            </a:r>
            <a:r>
              <a:rPr lang="zh-CN" altLang="en-US">
                <a:latin typeface="宋体" panose="02010600030101010101" pitchFamily="2" charset="-122"/>
                <a:ea typeface="宋体" panose="02010600030101010101" pitchFamily="2" charset="-122"/>
                <a:cs typeface="宋体" panose="02010600030101010101" pitchFamily="2" charset="-122"/>
              </a:rPr>
              <a:t>位有符号整型数</a:t>
            </a:r>
            <a:endParaRPr lang="zh-CN" altLang="en-US">
              <a:latin typeface="宋体" panose="02010600030101010101" pitchFamily="2" charset="-122"/>
              <a:ea typeface="宋体" panose="02010600030101010101" pitchFamily="2" charset="-122"/>
              <a:cs typeface="宋体" panose="02010600030101010101" pitchFamily="2" charset="-122"/>
            </a:endParaRPr>
          </a:p>
          <a:p>
            <a:pPr indent="457200" algn="ctr" fontAlgn="auto">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rPr>
              <a:t> typedef  unsigned  char    uint8;   // 8</a:t>
            </a:r>
            <a:r>
              <a:rPr lang="zh-CN" altLang="en-US">
                <a:latin typeface="宋体" panose="02010600030101010101" pitchFamily="2" charset="-122"/>
                <a:ea typeface="宋体" panose="02010600030101010101" pitchFamily="2" charset="-122"/>
                <a:cs typeface="宋体" panose="02010600030101010101" pitchFamily="2" charset="-122"/>
              </a:rPr>
              <a:t>位无符号整型数</a:t>
            </a:r>
            <a:endParaRPr lang="zh-CN" altLang="en-US">
              <a:latin typeface="宋体" panose="02010600030101010101" pitchFamily="2" charset="-122"/>
              <a:ea typeface="宋体" panose="02010600030101010101" pitchFamily="2" charset="-122"/>
              <a:cs typeface="宋体" panose="02010600030101010101" pitchFamily="2" charset="-122"/>
            </a:endParaRPr>
          </a:p>
          <a:p>
            <a:pPr indent="457200" algn="ctr" fontAlgn="auto">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rPr>
              <a:t> typedef  unsigned  int     uint16;  //16</a:t>
            </a:r>
            <a:r>
              <a:rPr lang="zh-CN" altLang="en-US">
                <a:latin typeface="宋体" panose="02010600030101010101" pitchFamily="2" charset="-122"/>
                <a:ea typeface="宋体" panose="02010600030101010101" pitchFamily="2" charset="-122"/>
                <a:cs typeface="宋体" panose="02010600030101010101" pitchFamily="2" charset="-122"/>
              </a:rPr>
              <a:t>位无符号整型数</a:t>
            </a:r>
            <a:endParaRPr lang="zh-CN" altLang="en-US">
              <a:latin typeface="宋体" panose="02010600030101010101" pitchFamily="2" charset="-122"/>
              <a:ea typeface="宋体" panose="02010600030101010101" pitchFamily="2" charset="-122"/>
              <a:cs typeface="宋体" panose="02010600030101010101" pitchFamily="2" charset="-122"/>
            </a:endParaRPr>
          </a:p>
          <a:p>
            <a:pPr indent="457200" algn="ctr" fontAlgn="auto">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rPr>
              <a:t> typedef  unsigned  long    uint32;  //32</a:t>
            </a:r>
            <a:r>
              <a:rPr lang="zh-CN" altLang="en-US">
                <a:latin typeface="宋体" panose="02010600030101010101" pitchFamily="2" charset="-122"/>
                <a:ea typeface="宋体" panose="02010600030101010101" pitchFamily="2" charset="-122"/>
                <a:cs typeface="宋体" panose="02010600030101010101" pitchFamily="2" charset="-122"/>
              </a:rPr>
              <a:t>位无符号整型数</a:t>
            </a:r>
            <a:endParaRPr lang="zh-CN" altLang="en-US">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标题 16385"/>
          <p:cNvSpPr>
            <a:spLocks noGrp="1"/>
          </p:cNvSpPr>
          <p:nvPr>
            <p:ph type="title"/>
          </p:nvPr>
        </p:nvSpPr>
        <p:spPr>
          <a:xfrm>
            <a:off x="0" y="274955"/>
            <a:ext cx="12192000" cy="706120"/>
          </a:xfrm>
        </p:spPr>
        <p:txBody>
          <a:bodyPr anchor="ctr" anchorCtr="0"/>
          <a:p>
            <a:pPr algn="ctr"/>
            <a:r>
              <a:rPr lang="zh-CN" altLang="en-US" dirty="0">
                <a:latin typeface="黑体" panose="02010609060101010101" charset="-122"/>
                <a:ea typeface="黑体" panose="02010609060101010101" charset="-122"/>
              </a:rPr>
              <a:t>头文件使用和编写方式</a:t>
            </a:r>
            <a:endParaRPr lang="zh-CN" altLang="en-US" dirty="0">
              <a:latin typeface="黑体" panose="02010609060101010101" charset="-122"/>
              <a:ea typeface="黑体" panose="02010609060101010101" charset="-122"/>
            </a:endParaRPr>
          </a:p>
        </p:txBody>
      </p:sp>
      <p:sp>
        <p:nvSpPr>
          <p:cNvPr id="2" name="文本框 1"/>
          <p:cNvSpPr txBox="1"/>
          <p:nvPr/>
        </p:nvSpPr>
        <p:spPr>
          <a:xfrm>
            <a:off x="60960" y="1125855"/>
            <a:ext cx="3644265" cy="5295900"/>
          </a:xfrm>
          <a:prstGeom prst="rect">
            <a:avLst/>
          </a:prstGeom>
          <a:noFill/>
        </p:spPr>
        <p:txBody>
          <a:bodyPr wrap="square" rtlCol="0">
            <a:noAutofit/>
          </a:bodyPr>
          <a:p>
            <a:pPr algn="l" fontAlgn="auto">
              <a:lnSpc>
                <a:spcPct val="150000"/>
              </a:lnSpc>
            </a:pPr>
            <a:r>
              <a:rPr lang="zh-CN" altLang="en-US">
                <a:latin typeface="宋体" panose="02010600030101010101" pitchFamily="2" charset="-122"/>
                <a:ea typeface="宋体" panose="02010600030101010101" pitchFamily="2" charset="-122"/>
                <a:cs typeface="宋体" panose="02010600030101010101" pitchFamily="2" charset="-122"/>
              </a:rPr>
              <a:t>包含头文件的写法有以下两种如下：</a:t>
            </a:r>
            <a:r>
              <a:rPr lang="en-US" altLang="zh-CN">
                <a:latin typeface="宋体" panose="02010600030101010101" pitchFamily="2" charset="-122"/>
                <a:ea typeface="宋体" panose="02010600030101010101" pitchFamily="2" charset="-122"/>
                <a:cs typeface="宋体" panose="02010600030101010101" pitchFamily="2" charset="-122"/>
              </a:rPr>
              <a:t> #include &lt;</a:t>
            </a:r>
            <a:r>
              <a:rPr lang="zh-CN" altLang="en-US">
                <a:latin typeface="宋体" panose="02010600030101010101" pitchFamily="2" charset="-122"/>
                <a:ea typeface="宋体" panose="02010600030101010101" pitchFamily="2" charset="-122"/>
                <a:cs typeface="宋体" panose="02010600030101010101" pitchFamily="2" charset="-122"/>
              </a:rPr>
              <a:t>文件名</a:t>
            </a:r>
            <a:r>
              <a:rPr lang="en-US" altLang="zh-CN">
                <a:latin typeface="宋体" panose="02010600030101010101" pitchFamily="2" charset="-122"/>
                <a:ea typeface="宋体" panose="02010600030101010101" pitchFamily="2" charset="-122"/>
                <a:cs typeface="宋体" panose="02010600030101010101" pitchFamily="2" charset="-122"/>
              </a:rPr>
              <a:t>&gt;       #include “</a:t>
            </a:r>
            <a:r>
              <a:rPr lang="zh-CN" altLang="en-US">
                <a:latin typeface="宋体" panose="02010600030101010101" pitchFamily="2" charset="-122"/>
                <a:ea typeface="宋体" panose="02010600030101010101" pitchFamily="2" charset="-122"/>
                <a:cs typeface="宋体" panose="02010600030101010101" pitchFamily="2" charset="-122"/>
              </a:rPr>
              <a:t>文件名</a:t>
            </a:r>
            <a:r>
              <a:rPr lang="en-US" altLang="zh-CN">
                <a:latin typeface="宋体" panose="02010600030101010101" pitchFamily="2" charset="-122"/>
                <a:ea typeface="宋体" panose="02010600030101010101" pitchFamily="2" charset="-122"/>
                <a:cs typeface="宋体" panose="02010600030101010101" pitchFamily="2" charset="-122"/>
              </a:rPr>
              <a:t>”</a:t>
            </a:r>
            <a:endParaRPr lang="en-US" altLang="zh-CN">
              <a:latin typeface="宋体" panose="02010600030101010101" pitchFamily="2" charset="-122"/>
              <a:ea typeface="宋体" panose="02010600030101010101" pitchFamily="2" charset="-122"/>
              <a:cs typeface="宋体" panose="02010600030101010101" pitchFamily="2" charset="-122"/>
            </a:endParaRPr>
          </a:p>
          <a:p>
            <a:pPr algn="l" fontAlgn="auto">
              <a:lnSpc>
                <a:spcPct val="150000"/>
              </a:lnSpc>
            </a:pPr>
            <a:endParaRPr lang="en-US" altLang="zh-CN">
              <a:latin typeface="宋体" panose="02010600030101010101" pitchFamily="2" charset="-122"/>
              <a:ea typeface="宋体" panose="02010600030101010101" pitchFamily="2" charset="-122"/>
              <a:cs typeface="宋体" panose="02010600030101010101" pitchFamily="2" charset="-122"/>
            </a:endParaRPr>
          </a:p>
          <a:p>
            <a:pPr algn="l" fontAlgn="auto">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rPr>
              <a:t>&lt;&gt;</a:t>
            </a:r>
            <a:r>
              <a:rPr lang="zh-CN" altLang="en-US">
                <a:latin typeface="宋体" panose="02010600030101010101" pitchFamily="2" charset="-122"/>
                <a:ea typeface="宋体" panose="02010600030101010101" pitchFamily="2" charset="-122"/>
                <a:cs typeface="宋体" panose="02010600030101010101" pitchFamily="2" charset="-122"/>
              </a:rPr>
              <a:t>表示预处理程序直接到系统指定的</a:t>
            </a:r>
            <a:r>
              <a:rPr lang="en-US" altLang="zh-CN">
                <a:latin typeface="宋体" panose="02010600030101010101" pitchFamily="2" charset="-122"/>
                <a:ea typeface="宋体" panose="02010600030101010101" pitchFamily="2" charset="-122"/>
                <a:cs typeface="宋体" panose="02010600030101010101" pitchFamily="2" charset="-122"/>
              </a:rPr>
              <a:t>“</a:t>
            </a:r>
            <a:r>
              <a:rPr lang="zh-CN" altLang="en-US">
                <a:latin typeface="宋体" panose="02010600030101010101" pitchFamily="2" charset="-122"/>
                <a:ea typeface="宋体" panose="02010600030101010101" pitchFamily="2" charset="-122"/>
                <a:cs typeface="宋体" panose="02010600030101010101" pitchFamily="2" charset="-122"/>
              </a:rPr>
              <a:t>包含文件目录</a:t>
            </a:r>
            <a:r>
              <a:rPr lang="en-US" altLang="zh-CN">
                <a:latin typeface="宋体" panose="02010600030101010101" pitchFamily="2" charset="-122"/>
                <a:ea typeface="宋体" panose="02010600030101010101" pitchFamily="2" charset="-122"/>
                <a:cs typeface="宋体" panose="02010600030101010101" pitchFamily="2" charset="-122"/>
              </a:rPr>
              <a:t>”</a:t>
            </a:r>
            <a:r>
              <a:rPr lang="zh-CN" altLang="en-US">
                <a:latin typeface="宋体" panose="02010600030101010101" pitchFamily="2" charset="-122"/>
                <a:ea typeface="宋体" panose="02010600030101010101" pitchFamily="2" charset="-122"/>
                <a:cs typeface="宋体" panose="02010600030101010101" pitchFamily="2" charset="-122"/>
              </a:rPr>
              <a:t>去查找。</a:t>
            </a:r>
            <a:r>
              <a:rPr lang="en-US" altLang="zh-CN">
                <a:latin typeface="宋体" panose="02010600030101010101" pitchFamily="2" charset="-122"/>
                <a:ea typeface="宋体" panose="02010600030101010101" pitchFamily="2" charset="-122"/>
                <a:cs typeface="宋体" panose="02010600030101010101" pitchFamily="2" charset="-122"/>
              </a:rPr>
              <a:t>    </a:t>
            </a:r>
            <a:endParaRPr lang="en-US" altLang="zh-CN">
              <a:latin typeface="宋体" panose="02010600030101010101" pitchFamily="2" charset="-122"/>
              <a:ea typeface="宋体" panose="02010600030101010101" pitchFamily="2" charset="-122"/>
              <a:cs typeface="宋体" panose="02010600030101010101" pitchFamily="2" charset="-122"/>
            </a:endParaRPr>
          </a:p>
          <a:p>
            <a:pPr algn="l" fontAlgn="auto">
              <a:lnSpc>
                <a:spcPct val="150000"/>
              </a:lnSpc>
            </a:pPr>
            <a:endParaRPr lang="en-US" altLang="zh-CN">
              <a:latin typeface="宋体" panose="02010600030101010101" pitchFamily="2" charset="-122"/>
              <a:ea typeface="宋体" panose="02010600030101010101" pitchFamily="2" charset="-122"/>
              <a:cs typeface="宋体" panose="02010600030101010101" pitchFamily="2" charset="-122"/>
            </a:endParaRPr>
          </a:p>
          <a:p>
            <a:pPr algn="l" fontAlgn="auto">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rPr>
              <a:t>“”</a:t>
            </a:r>
            <a:r>
              <a:rPr lang="zh-CN" altLang="en-US">
                <a:latin typeface="宋体" panose="02010600030101010101" pitchFamily="2" charset="-122"/>
                <a:ea typeface="宋体" panose="02010600030101010101" pitchFamily="2" charset="-122"/>
                <a:cs typeface="宋体" panose="02010600030101010101" pitchFamily="2" charset="-122"/>
              </a:rPr>
              <a:t>表示预处理程序首先在当前文件所在的文件目录中查找被包含的文件，如果没有找到才会再到系统的</a:t>
            </a:r>
            <a:r>
              <a:rPr lang="en-US" altLang="zh-CN">
                <a:latin typeface="宋体" panose="02010600030101010101" pitchFamily="2" charset="-122"/>
                <a:ea typeface="宋体" panose="02010600030101010101" pitchFamily="2" charset="-122"/>
                <a:cs typeface="宋体" panose="02010600030101010101" pitchFamily="2" charset="-122"/>
              </a:rPr>
              <a:t>“</a:t>
            </a:r>
            <a:r>
              <a:rPr lang="zh-CN" altLang="en-US">
                <a:latin typeface="宋体" panose="02010600030101010101" pitchFamily="2" charset="-122"/>
                <a:ea typeface="宋体" panose="02010600030101010101" pitchFamily="2" charset="-122"/>
                <a:cs typeface="宋体" panose="02010600030101010101" pitchFamily="2" charset="-122"/>
              </a:rPr>
              <a:t>包含文件目录</a:t>
            </a:r>
            <a:r>
              <a:rPr lang="en-US" altLang="zh-CN">
                <a:latin typeface="宋体" panose="02010600030101010101" pitchFamily="2" charset="-122"/>
                <a:ea typeface="宋体" panose="02010600030101010101" pitchFamily="2" charset="-122"/>
                <a:cs typeface="宋体" panose="02010600030101010101" pitchFamily="2" charset="-122"/>
              </a:rPr>
              <a:t>”</a:t>
            </a:r>
            <a:r>
              <a:rPr lang="zh-CN" altLang="en-US">
                <a:latin typeface="宋体" panose="02010600030101010101" pitchFamily="2" charset="-122"/>
                <a:ea typeface="宋体" panose="02010600030101010101" pitchFamily="2" charset="-122"/>
                <a:cs typeface="宋体" panose="02010600030101010101" pitchFamily="2" charset="-122"/>
              </a:rPr>
              <a:t>去查找。</a:t>
            </a:r>
            <a:endParaRPr lang="zh-CN" altLang="en-US">
              <a:latin typeface="宋体" panose="02010600030101010101" pitchFamily="2" charset="-122"/>
              <a:ea typeface="宋体" panose="02010600030101010101" pitchFamily="2" charset="-122"/>
              <a:cs typeface="宋体" panose="02010600030101010101" pitchFamily="2" charset="-122"/>
            </a:endParaRPr>
          </a:p>
          <a:p>
            <a:pPr marL="3200400" lvl="7" indent="457200" algn="l" fontAlgn="auto">
              <a:lnSpc>
                <a:spcPct val="150000"/>
              </a:lnSpc>
            </a:pPr>
            <a:endParaRPr lang="en-US" altLang="zh-CN">
              <a:latin typeface="宋体" panose="02010600030101010101" pitchFamily="2" charset="-122"/>
              <a:ea typeface="宋体" panose="02010600030101010101" pitchFamily="2" charset="-122"/>
              <a:cs typeface="宋体" panose="02010600030101010101" pitchFamily="2" charset="-122"/>
            </a:endParaRPr>
          </a:p>
          <a:p>
            <a:pPr algn="l" fontAlgn="auto">
              <a:lnSpc>
                <a:spcPct val="150000"/>
              </a:lnSpc>
            </a:pPr>
            <a:endParaRPr lang="en-US" altLang="zh-CN">
              <a:latin typeface="宋体" panose="02010600030101010101" pitchFamily="2" charset="-122"/>
              <a:ea typeface="宋体" panose="02010600030101010101" pitchFamily="2" charset="-122"/>
              <a:cs typeface="宋体" panose="02010600030101010101" pitchFamily="2" charset="-122"/>
            </a:endParaRPr>
          </a:p>
          <a:p>
            <a:pPr algn="l" fontAlgn="auto">
              <a:lnSpc>
                <a:spcPct val="150000"/>
              </a:lnSpc>
            </a:pPr>
            <a:endParaRPr lang="en-US" altLang="zh-CN">
              <a:latin typeface="宋体" panose="02010600030101010101" pitchFamily="2" charset="-122"/>
              <a:ea typeface="宋体" panose="02010600030101010101" pitchFamily="2" charset="-122"/>
              <a:cs typeface="宋体" panose="02010600030101010101" pitchFamily="2" charset="-122"/>
            </a:endParaRPr>
          </a:p>
        </p:txBody>
      </p:sp>
      <p:sp>
        <p:nvSpPr>
          <p:cNvPr id="3" name="文本框 2"/>
          <p:cNvSpPr txBox="1"/>
          <p:nvPr/>
        </p:nvSpPr>
        <p:spPr>
          <a:xfrm>
            <a:off x="3873500" y="1267460"/>
            <a:ext cx="8265160" cy="5549900"/>
          </a:xfrm>
          <a:prstGeom prst="rect">
            <a:avLst/>
          </a:prstGeom>
          <a:noFill/>
        </p:spPr>
        <p:txBody>
          <a:bodyPr wrap="square" rtlCol="0">
            <a:noAutofit/>
          </a:bodyPr>
          <a:p>
            <a:r>
              <a:rPr lang="zh-CN" altLang="en-US">
                <a:solidFill>
                  <a:srgbClr val="0000FF"/>
                </a:solidFill>
                <a:latin typeface="Noto Sans SC DemiLight" panose="020B0200000000000000" charset="-122"/>
                <a:ea typeface="Noto Sans SC DemiLight" panose="020B0200000000000000" charset="-122"/>
                <a:cs typeface="Noto Sans SC DemiLight" panose="020B0200000000000000" charset="-122"/>
              </a:rPr>
              <a:t>对函数进行外部声明，</a:t>
            </a:r>
            <a:r>
              <a:rPr lang="en-US" altLang="zh-CN">
                <a:solidFill>
                  <a:srgbClr val="0000FF"/>
                </a:solidFill>
                <a:latin typeface="Noto Sans SC DemiLight" panose="020B0200000000000000" charset="-122"/>
                <a:ea typeface="Noto Sans SC DemiLight" panose="020B0200000000000000" charset="-122"/>
                <a:cs typeface="Noto Sans SC DemiLight" panose="020B0200000000000000" charset="-122"/>
              </a:rPr>
              <a:t>extern</a:t>
            </a:r>
            <a:r>
              <a:rPr lang="zh-CN" altLang="en-US">
                <a:solidFill>
                  <a:srgbClr val="0000FF"/>
                </a:solidFill>
                <a:latin typeface="Noto Sans SC DemiLight" panose="020B0200000000000000" charset="-122"/>
                <a:ea typeface="Noto Sans SC DemiLight" panose="020B0200000000000000" charset="-122"/>
                <a:cs typeface="Noto Sans SC DemiLight" panose="020B0200000000000000" charset="-122"/>
              </a:rPr>
              <a:t>可以省略；外部变量声明，</a:t>
            </a:r>
            <a:r>
              <a:rPr lang="en-US" altLang="zh-CN">
                <a:solidFill>
                  <a:srgbClr val="0000FF"/>
                </a:solidFill>
                <a:latin typeface="Noto Sans SC DemiLight" panose="020B0200000000000000" charset="-122"/>
                <a:ea typeface="Noto Sans SC DemiLight" panose="020B0200000000000000" charset="-122"/>
                <a:cs typeface="Noto Sans SC DemiLight" panose="020B0200000000000000" charset="-122"/>
              </a:rPr>
              <a:t>extern</a:t>
            </a:r>
            <a:r>
              <a:rPr lang="zh-CN" altLang="en-US">
                <a:solidFill>
                  <a:srgbClr val="0000FF"/>
                </a:solidFill>
                <a:latin typeface="Noto Sans SC DemiLight" panose="020B0200000000000000" charset="-122"/>
                <a:ea typeface="Noto Sans SC DemiLight" panose="020B0200000000000000" charset="-122"/>
                <a:cs typeface="Noto Sans SC DemiLight" panose="020B0200000000000000" charset="-122"/>
              </a:rPr>
              <a:t>是不能省略的</a:t>
            </a:r>
            <a:endParaRPr lang="zh-CN" altLang="en-US">
              <a:solidFill>
                <a:srgbClr val="0000FF"/>
              </a:solidFill>
              <a:latin typeface="Noto Sans SC DemiLight" panose="020B0200000000000000" charset="-122"/>
              <a:ea typeface="Noto Sans SC DemiLight" panose="020B0200000000000000" charset="-122"/>
              <a:cs typeface="Noto Sans SC DemiLight" panose="020B0200000000000000" charset="-122"/>
            </a:endParaRPr>
          </a:p>
          <a:p>
            <a:endParaRPr lang="zh-CN" altLang="en-US">
              <a:solidFill>
                <a:srgbClr val="0000FF"/>
              </a:solidFill>
              <a:latin typeface="Noto Sans SC DemiLight" panose="020B0200000000000000" charset="-122"/>
              <a:ea typeface="Noto Sans SC DemiLight" panose="020B0200000000000000" charset="-122"/>
              <a:cs typeface="Noto Sans SC DemiLight" panose="020B0200000000000000" charset="-122"/>
            </a:endParaRPr>
          </a:p>
          <a:p>
            <a:r>
              <a:rPr lang="en-US" altLang="zh-CN">
                <a:latin typeface="Noto Sans SC DemiLight" panose="020B0200000000000000" charset="-122"/>
                <a:ea typeface="Noto Sans SC DemiLight" panose="020B0200000000000000" charset="-122"/>
                <a:cs typeface="Noto Sans SC DemiLight" panose="020B0200000000000000" charset="-122"/>
              </a:rPr>
              <a:t>/* </a:t>
            </a:r>
            <a:r>
              <a:rPr lang="zh-CN" altLang="en-US">
                <a:latin typeface="Noto Sans SC DemiLight" panose="020B0200000000000000" charset="-122"/>
                <a:ea typeface="Noto Sans SC DemiLight" panose="020B0200000000000000" charset="-122"/>
                <a:cs typeface="Noto Sans SC DemiLight" panose="020B0200000000000000" charset="-122"/>
              </a:rPr>
              <a:t>温度相关参数，温度数值左移</a:t>
            </a:r>
            <a:r>
              <a:rPr lang="en-US" altLang="zh-CN">
                <a:latin typeface="Noto Sans SC DemiLight" panose="020B0200000000000000" charset="-122"/>
                <a:ea typeface="Noto Sans SC DemiLight" panose="020B0200000000000000" charset="-122"/>
                <a:cs typeface="Noto Sans SC DemiLight" panose="020B0200000000000000" charset="-122"/>
              </a:rPr>
              <a:t>4</a:t>
            </a:r>
            <a:r>
              <a:rPr lang="zh-CN" altLang="en-US">
                <a:latin typeface="Noto Sans SC DemiLight" panose="020B0200000000000000" charset="-122"/>
                <a:ea typeface="Noto Sans SC DemiLight" panose="020B0200000000000000" charset="-122"/>
                <a:cs typeface="Noto Sans SC DemiLight" panose="020B0200000000000000" charset="-122"/>
              </a:rPr>
              <a:t>位是为与</a:t>
            </a:r>
            <a:r>
              <a:rPr lang="en-US" altLang="zh-CN">
                <a:latin typeface="Noto Sans SC DemiLight" panose="020B0200000000000000" charset="-122"/>
                <a:ea typeface="Noto Sans SC DemiLight" panose="020B0200000000000000" charset="-122"/>
                <a:cs typeface="Noto Sans SC DemiLight" panose="020B0200000000000000" charset="-122"/>
              </a:rPr>
              <a:t>DS18B20</a:t>
            </a:r>
            <a:r>
              <a:rPr lang="zh-CN" altLang="en-US">
                <a:latin typeface="Noto Sans SC DemiLight" panose="020B0200000000000000" charset="-122"/>
                <a:ea typeface="Noto Sans SC DemiLight" panose="020B0200000000000000" charset="-122"/>
                <a:cs typeface="Noto Sans SC DemiLight" panose="020B0200000000000000" charset="-122"/>
              </a:rPr>
              <a:t>数据格式保持一致</a:t>
            </a:r>
            <a:r>
              <a:rPr lang="en-US" altLang="zh-CN">
                <a:latin typeface="Noto Sans SC DemiLight" panose="020B0200000000000000" charset="-122"/>
                <a:ea typeface="Noto Sans SC DemiLight" panose="020B0200000000000000" charset="-122"/>
                <a:cs typeface="Noto Sans SC DemiLight" panose="020B0200000000000000" charset="-122"/>
              </a:rPr>
              <a:t> */</a:t>
            </a:r>
            <a:endParaRPr lang="en-US" altLang="zh-CN">
              <a:latin typeface="Noto Sans SC DemiLight" panose="020B0200000000000000" charset="-122"/>
              <a:ea typeface="Noto Sans SC DemiLight" panose="020B0200000000000000" charset="-122"/>
              <a:cs typeface="Noto Sans SC DemiLight" panose="020B0200000000000000" charset="-122"/>
            </a:endParaRPr>
          </a:p>
          <a:p>
            <a:r>
              <a:rPr lang="en-US" altLang="zh-CN">
                <a:latin typeface="Noto Sans SC DemiLight" panose="020B0200000000000000" charset="-122"/>
                <a:ea typeface="Noto Sans SC DemiLight" panose="020B0200000000000000" charset="-122"/>
                <a:cs typeface="Noto Sans SC DemiLight" panose="020B0200000000000000" charset="-122"/>
              </a:rPr>
              <a:t>#define ACT_TEMP_ADDR         0x30   //</a:t>
            </a:r>
            <a:r>
              <a:rPr lang="zh-CN" altLang="en-US">
                <a:latin typeface="Noto Sans SC DemiLight" panose="020B0200000000000000" charset="-122"/>
                <a:ea typeface="Noto Sans SC DemiLight" panose="020B0200000000000000" charset="-122"/>
                <a:cs typeface="Noto Sans SC DemiLight" panose="020B0200000000000000" charset="-122"/>
              </a:rPr>
              <a:t>继电器动作温度的</a:t>
            </a:r>
            <a:r>
              <a:rPr lang="en-US" altLang="zh-CN">
                <a:latin typeface="Noto Sans SC DemiLight" panose="020B0200000000000000" charset="-122"/>
                <a:ea typeface="Noto Sans SC DemiLight" panose="020B0200000000000000" charset="-122"/>
                <a:cs typeface="Noto Sans SC DemiLight" panose="020B0200000000000000" charset="-122"/>
              </a:rPr>
              <a:t>E2</a:t>
            </a:r>
            <a:r>
              <a:rPr lang="zh-CN" altLang="en-US">
                <a:latin typeface="Noto Sans SC DemiLight" panose="020B0200000000000000" charset="-122"/>
                <a:ea typeface="Noto Sans SC DemiLight" panose="020B0200000000000000" charset="-122"/>
                <a:cs typeface="Noto Sans SC DemiLight" panose="020B0200000000000000" charset="-122"/>
              </a:rPr>
              <a:t>存储地址</a:t>
            </a:r>
            <a:endParaRPr lang="zh-CN" altLang="en-US">
              <a:latin typeface="Noto Sans SC DemiLight" panose="020B0200000000000000" charset="-122"/>
              <a:ea typeface="Noto Sans SC DemiLight" panose="020B0200000000000000" charset="-122"/>
              <a:cs typeface="Noto Sans SC DemiLight" panose="020B0200000000000000" charset="-122"/>
            </a:endParaRPr>
          </a:p>
          <a:p>
            <a:r>
              <a:rPr lang="en-US" altLang="zh-CN">
                <a:latin typeface="Noto Sans SC DemiLight" panose="020B0200000000000000" charset="-122"/>
                <a:ea typeface="Noto Sans SC DemiLight" panose="020B0200000000000000" charset="-122"/>
                <a:cs typeface="Noto Sans SC DemiLight" panose="020B0200000000000000" charset="-122"/>
              </a:rPr>
              <a:t>#define ACT_TEMP_MIN        (20&lt;&lt;4)  //</a:t>
            </a:r>
            <a:r>
              <a:rPr lang="zh-CN" altLang="en-US">
                <a:latin typeface="Noto Sans SC DemiLight" panose="020B0200000000000000" charset="-122"/>
                <a:ea typeface="Noto Sans SC DemiLight" panose="020B0200000000000000" charset="-122"/>
                <a:cs typeface="Noto Sans SC DemiLight" panose="020B0200000000000000" charset="-122"/>
              </a:rPr>
              <a:t>继电器动作温度有效范围最小值</a:t>
            </a:r>
            <a:endParaRPr lang="zh-CN" altLang="en-US">
              <a:latin typeface="Noto Sans SC DemiLight" panose="020B0200000000000000" charset="-122"/>
              <a:ea typeface="Noto Sans SC DemiLight" panose="020B0200000000000000" charset="-122"/>
              <a:cs typeface="Noto Sans SC DemiLight" panose="020B0200000000000000" charset="-122"/>
            </a:endParaRPr>
          </a:p>
          <a:p>
            <a:r>
              <a:rPr lang="en-US" altLang="zh-CN">
                <a:latin typeface="Noto Sans SC DemiLight" panose="020B0200000000000000" charset="-122"/>
                <a:ea typeface="Noto Sans SC DemiLight" panose="020B0200000000000000" charset="-122"/>
                <a:cs typeface="Noto Sans SC DemiLight" panose="020B0200000000000000" charset="-122"/>
              </a:rPr>
              <a:t>#define ACT_TEMP_MAX        (30&lt;&lt;4)  //</a:t>
            </a:r>
            <a:r>
              <a:rPr lang="zh-CN" altLang="en-US">
                <a:latin typeface="Noto Sans SC DemiLight" panose="020B0200000000000000" charset="-122"/>
                <a:ea typeface="Noto Sans SC DemiLight" panose="020B0200000000000000" charset="-122"/>
                <a:cs typeface="Noto Sans SC DemiLight" panose="020B0200000000000000" charset="-122"/>
              </a:rPr>
              <a:t>继电器动作温度有效范围最大值</a:t>
            </a:r>
            <a:endParaRPr lang="zh-CN" altLang="en-US">
              <a:latin typeface="Noto Sans SC DemiLight" panose="020B0200000000000000" charset="-122"/>
              <a:ea typeface="Noto Sans SC DemiLight" panose="020B0200000000000000" charset="-122"/>
              <a:cs typeface="Noto Sans SC DemiLight" panose="020B0200000000000000" charset="-122"/>
            </a:endParaRPr>
          </a:p>
          <a:p>
            <a:r>
              <a:rPr lang="en-US" altLang="zh-CN">
                <a:latin typeface="Noto Sans SC DemiLight" panose="020B0200000000000000" charset="-122"/>
                <a:ea typeface="Noto Sans SC DemiLight" panose="020B0200000000000000" charset="-122"/>
                <a:cs typeface="Noto Sans SC DemiLight" panose="020B0200000000000000" charset="-122"/>
              </a:rPr>
              <a:t>#define ACT_TEMP_DEFAULT    (25&lt;&lt;4)  //</a:t>
            </a:r>
            <a:r>
              <a:rPr lang="zh-CN" altLang="en-US">
                <a:latin typeface="Noto Sans SC DemiLight" panose="020B0200000000000000" charset="-122"/>
                <a:ea typeface="Noto Sans SC DemiLight" panose="020B0200000000000000" charset="-122"/>
                <a:cs typeface="Noto Sans SC DemiLight" panose="020B0200000000000000" charset="-122"/>
              </a:rPr>
              <a:t>继电器动作温度默认值</a:t>
            </a:r>
            <a:endParaRPr lang="zh-CN" altLang="en-US">
              <a:latin typeface="Noto Sans SC DemiLight" panose="020B0200000000000000" charset="-122"/>
              <a:ea typeface="Noto Sans SC DemiLight" panose="020B0200000000000000" charset="-122"/>
              <a:cs typeface="Noto Sans SC DemiLight" panose="020B0200000000000000" charset="-122"/>
            </a:endParaRPr>
          </a:p>
          <a:p>
            <a:r>
              <a:rPr lang="en-US" altLang="zh-CN">
                <a:latin typeface="Noto Sans SC DemiLight" panose="020B0200000000000000" charset="-122"/>
                <a:ea typeface="Noto Sans SC DemiLight" panose="020B0200000000000000" charset="-122"/>
                <a:cs typeface="Noto Sans SC DemiLight" panose="020B0200000000000000" charset="-122"/>
              </a:rPr>
              <a:t>#define ALARM_TEMP_ADDR       0x32   //</a:t>
            </a:r>
            <a:r>
              <a:rPr lang="zh-CN" altLang="en-US">
                <a:latin typeface="Noto Sans SC DemiLight" panose="020B0200000000000000" charset="-122"/>
                <a:ea typeface="Noto Sans SC DemiLight" panose="020B0200000000000000" charset="-122"/>
                <a:cs typeface="Noto Sans SC DemiLight" panose="020B0200000000000000" charset="-122"/>
              </a:rPr>
              <a:t>高温报警温度的</a:t>
            </a:r>
            <a:r>
              <a:rPr lang="en-US" altLang="zh-CN">
                <a:latin typeface="Noto Sans SC DemiLight" panose="020B0200000000000000" charset="-122"/>
                <a:ea typeface="Noto Sans SC DemiLight" panose="020B0200000000000000" charset="-122"/>
                <a:cs typeface="Noto Sans SC DemiLight" panose="020B0200000000000000" charset="-122"/>
              </a:rPr>
              <a:t>E2</a:t>
            </a:r>
            <a:r>
              <a:rPr lang="zh-CN" altLang="en-US">
                <a:latin typeface="Noto Sans SC DemiLight" panose="020B0200000000000000" charset="-122"/>
                <a:ea typeface="Noto Sans SC DemiLight" panose="020B0200000000000000" charset="-122"/>
                <a:cs typeface="Noto Sans SC DemiLight" panose="020B0200000000000000" charset="-122"/>
              </a:rPr>
              <a:t>存储地址</a:t>
            </a:r>
            <a:endParaRPr lang="zh-CN" altLang="en-US">
              <a:latin typeface="Noto Sans SC DemiLight" panose="020B0200000000000000" charset="-122"/>
              <a:ea typeface="Noto Sans SC DemiLight" panose="020B0200000000000000" charset="-122"/>
              <a:cs typeface="Noto Sans SC DemiLight" panose="020B0200000000000000" charset="-122"/>
            </a:endParaRPr>
          </a:p>
          <a:p>
            <a:r>
              <a:rPr lang="en-US" altLang="zh-CN">
                <a:latin typeface="Noto Sans SC DemiLight" panose="020B0200000000000000" charset="-122"/>
                <a:ea typeface="Noto Sans SC DemiLight" panose="020B0200000000000000" charset="-122"/>
                <a:cs typeface="Noto Sans SC DemiLight" panose="020B0200000000000000" charset="-122"/>
              </a:rPr>
              <a:t>#define ALARM_TEMP_MIN      (25&lt;&lt;4)  //</a:t>
            </a:r>
            <a:r>
              <a:rPr lang="zh-CN" altLang="en-US">
                <a:latin typeface="Noto Sans SC DemiLight" panose="020B0200000000000000" charset="-122"/>
                <a:ea typeface="Noto Sans SC DemiLight" panose="020B0200000000000000" charset="-122"/>
                <a:cs typeface="Noto Sans SC DemiLight" panose="020B0200000000000000" charset="-122"/>
              </a:rPr>
              <a:t>高温报警温度有效范围最小值</a:t>
            </a:r>
            <a:endParaRPr lang="zh-CN" altLang="en-US">
              <a:latin typeface="Noto Sans SC DemiLight" panose="020B0200000000000000" charset="-122"/>
              <a:ea typeface="Noto Sans SC DemiLight" panose="020B0200000000000000" charset="-122"/>
              <a:cs typeface="Noto Sans SC DemiLight" panose="020B0200000000000000" charset="-122"/>
            </a:endParaRPr>
          </a:p>
          <a:p>
            <a:r>
              <a:rPr lang="en-US" altLang="zh-CN">
                <a:latin typeface="Noto Sans SC DemiLight" panose="020B0200000000000000" charset="-122"/>
                <a:ea typeface="Noto Sans SC DemiLight" panose="020B0200000000000000" charset="-122"/>
                <a:cs typeface="Noto Sans SC DemiLight" panose="020B0200000000000000" charset="-122"/>
              </a:rPr>
              <a:t>#define ALARM_TEMP_MAX      (35&lt;&lt;4)  //</a:t>
            </a:r>
            <a:r>
              <a:rPr lang="zh-CN" altLang="en-US">
                <a:latin typeface="Noto Sans SC DemiLight" panose="020B0200000000000000" charset="-122"/>
                <a:ea typeface="Noto Sans SC DemiLight" panose="020B0200000000000000" charset="-122"/>
                <a:cs typeface="Noto Sans SC DemiLight" panose="020B0200000000000000" charset="-122"/>
              </a:rPr>
              <a:t>高温报警温度有效范围最大值</a:t>
            </a:r>
            <a:endParaRPr lang="zh-CN" altLang="en-US">
              <a:latin typeface="Noto Sans SC DemiLight" panose="020B0200000000000000" charset="-122"/>
              <a:ea typeface="Noto Sans SC DemiLight" panose="020B0200000000000000" charset="-122"/>
              <a:cs typeface="Noto Sans SC DemiLight" panose="020B0200000000000000" charset="-122"/>
            </a:endParaRPr>
          </a:p>
          <a:p>
            <a:r>
              <a:rPr lang="en-US" altLang="zh-CN">
                <a:latin typeface="Noto Sans SC DemiLight" panose="020B0200000000000000" charset="-122"/>
                <a:ea typeface="Noto Sans SC DemiLight" panose="020B0200000000000000" charset="-122"/>
                <a:cs typeface="Noto Sans SC DemiLight" panose="020B0200000000000000" charset="-122"/>
              </a:rPr>
              <a:t>#define ALARM_TEMP_DEFAULT  (30&lt;&lt;4)  //</a:t>
            </a:r>
            <a:r>
              <a:rPr lang="zh-CN" altLang="en-US">
                <a:latin typeface="Noto Sans SC DemiLight" panose="020B0200000000000000" charset="-122"/>
                <a:ea typeface="Noto Sans SC DemiLight" panose="020B0200000000000000" charset="-122"/>
                <a:cs typeface="Noto Sans SC DemiLight" panose="020B0200000000000000" charset="-122"/>
              </a:rPr>
              <a:t>高温报警温度默认值</a:t>
            </a:r>
            <a:endParaRPr lang="zh-CN" altLang="en-US">
              <a:latin typeface="Noto Sans SC DemiLight" panose="020B0200000000000000" charset="-122"/>
              <a:ea typeface="Noto Sans SC DemiLight" panose="020B0200000000000000" charset="-122"/>
              <a:cs typeface="Noto Sans SC DemiLight" panose="020B0200000000000000" charset="-122"/>
            </a:endParaRPr>
          </a:p>
          <a:p>
            <a:endParaRPr lang="en-US" altLang="zh-CN">
              <a:latin typeface="Noto Sans SC DemiLight" panose="020B0200000000000000" charset="-122"/>
              <a:ea typeface="Noto Sans SC DemiLight" panose="020B0200000000000000" charset="-122"/>
              <a:cs typeface="Noto Sans SC DemiLight" panose="020B0200000000000000" charset="-122"/>
            </a:endParaRPr>
          </a:p>
          <a:p>
            <a:r>
              <a:rPr lang="en-US" altLang="zh-CN">
                <a:latin typeface="Noto Sans SC DemiLight" panose="020B0200000000000000" charset="-122"/>
                <a:ea typeface="Noto Sans SC DemiLight" panose="020B0200000000000000" charset="-122"/>
                <a:cs typeface="Noto Sans SC DemiLight" panose="020B0200000000000000" charset="-122"/>
              </a:rPr>
              <a:t>/* </a:t>
            </a:r>
            <a:r>
              <a:rPr lang="zh-CN" altLang="en-US">
                <a:latin typeface="Noto Sans SC DemiLight" panose="020B0200000000000000" charset="-122"/>
                <a:ea typeface="Noto Sans SC DemiLight" panose="020B0200000000000000" charset="-122"/>
                <a:cs typeface="Noto Sans SC DemiLight" panose="020B0200000000000000" charset="-122"/>
              </a:rPr>
              <a:t>全局数据类型定义</a:t>
            </a:r>
            <a:r>
              <a:rPr lang="en-US" altLang="zh-CN">
                <a:latin typeface="Noto Sans SC DemiLight" panose="020B0200000000000000" charset="-122"/>
                <a:ea typeface="Noto Sans SC DemiLight" panose="020B0200000000000000" charset="-122"/>
                <a:cs typeface="Noto Sans SC DemiLight" panose="020B0200000000000000" charset="-122"/>
              </a:rPr>
              <a:t> */</a:t>
            </a:r>
            <a:endParaRPr lang="en-US" altLang="zh-CN">
              <a:latin typeface="Noto Sans SC DemiLight" panose="020B0200000000000000" charset="-122"/>
              <a:ea typeface="Noto Sans SC DemiLight" panose="020B0200000000000000" charset="-122"/>
              <a:cs typeface="Noto Sans SC DemiLight" panose="020B0200000000000000" charset="-122"/>
            </a:endParaRPr>
          </a:p>
          <a:p>
            <a:r>
              <a:rPr lang="en-US" altLang="zh-CN">
                <a:latin typeface="Noto Sans SC DemiLight" panose="020B0200000000000000" charset="-122"/>
                <a:ea typeface="Noto Sans SC DemiLight" panose="020B0200000000000000" charset="-122"/>
                <a:cs typeface="Noto Sans SC DemiLight" panose="020B0200000000000000" charset="-122"/>
              </a:rPr>
              <a:t>enum eStaSystem {   //</a:t>
            </a:r>
            <a:r>
              <a:rPr lang="zh-CN" altLang="en-US">
                <a:latin typeface="Noto Sans SC DemiLight" panose="020B0200000000000000" charset="-122"/>
                <a:ea typeface="Noto Sans SC DemiLight" panose="020B0200000000000000" charset="-122"/>
                <a:cs typeface="Noto Sans SC DemiLight" panose="020B0200000000000000" charset="-122"/>
              </a:rPr>
              <a:t>系统运行状态枚举</a:t>
            </a:r>
            <a:endParaRPr lang="zh-CN" altLang="en-US">
              <a:latin typeface="Noto Sans SC DemiLight" panose="020B0200000000000000" charset="-122"/>
              <a:ea typeface="Noto Sans SC DemiLight" panose="020B0200000000000000" charset="-122"/>
              <a:cs typeface="Noto Sans SC DemiLight" panose="020B0200000000000000" charset="-122"/>
            </a:endParaRPr>
          </a:p>
          <a:p>
            <a:r>
              <a:rPr lang="en-US" altLang="zh-CN">
                <a:latin typeface="Noto Sans SC DemiLight" panose="020B0200000000000000" charset="-122"/>
                <a:ea typeface="Noto Sans SC DemiLight" panose="020B0200000000000000" charset="-122"/>
                <a:cs typeface="Noto Sans SC DemiLight" panose="020B0200000000000000" charset="-122"/>
              </a:rPr>
              <a:t>    E_NORMAL, E_SET_ACT, E_SET_ALARM</a:t>
            </a:r>
            <a:endParaRPr lang="en-US" altLang="zh-CN">
              <a:latin typeface="Noto Sans SC DemiLight" panose="020B0200000000000000" charset="-122"/>
              <a:ea typeface="Noto Sans SC DemiLight" panose="020B0200000000000000" charset="-122"/>
              <a:cs typeface="Noto Sans SC DemiLight" panose="020B0200000000000000" charset="-122"/>
            </a:endParaRPr>
          </a:p>
          <a:p>
            <a:r>
              <a:rPr lang="en-US" altLang="zh-CN">
                <a:latin typeface="Noto Sans SC DemiLight" panose="020B0200000000000000" charset="-122"/>
                <a:ea typeface="Noto Sans SC DemiLight" panose="020B0200000000000000" charset="-122"/>
                <a:cs typeface="Noto Sans SC DemiLight" panose="020B0200000000000000" charset="-122"/>
              </a:rPr>
              <a:t>};</a:t>
            </a:r>
            <a:endParaRPr lang="en-US" altLang="zh-CN">
              <a:latin typeface="Noto Sans SC DemiLight" panose="020B0200000000000000" charset="-122"/>
              <a:ea typeface="Noto Sans SC DemiLight" panose="020B0200000000000000" charset="-122"/>
              <a:cs typeface="Noto Sans SC DemiLight" panose="020B0200000000000000" charset="-122"/>
            </a:endParaRPr>
          </a:p>
          <a:p>
            <a:endParaRPr lang="en-US" altLang="zh-CN">
              <a:latin typeface="Noto Sans SC DemiLight" panose="020B0200000000000000" charset="-122"/>
              <a:ea typeface="Noto Sans SC DemiLight" panose="020B0200000000000000" charset="-122"/>
              <a:cs typeface="Noto Sans SC DemiLight" panose="020B0200000000000000" charset="-122"/>
            </a:endParaRPr>
          </a:p>
          <a:p>
            <a:r>
              <a:rPr lang="en-US" altLang="zh-CN">
                <a:latin typeface="Noto Sans SC DemiLight" panose="020B0200000000000000" charset="-122"/>
                <a:ea typeface="Noto Sans SC DemiLight" panose="020B0200000000000000" charset="-122"/>
                <a:cs typeface="Noto Sans SC DemiLight" panose="020B0200000000000000" charset="-122"/>
              </a:rPr>
              <a:t>void TempControl();</a:t>
            </a:r>
            <a:endParaRPr lang="en-US" altLang="zh-CN">
              <a:latin typeface="Noto Sans SC DemiLight" panose="020B0200000000000000" charset="-122"/>
              <a:ea typeface="Noto Sans SC DemiLight" panose="020B0200000000000000" charset="-122"/>
              <a:cs typeface="Noto Sans SC DemiLight" panose="020B0200000000000000" charset="-122"/>
            </a:endParaRPr>
          </a:p>
          <a:p>
            <a:r>
              <a:rPr lang="en-US" altLang="zh-CN">
                <a:latin typeface="Noto Sans SC DemiLight" panose="020B0200000000000000" charset="-122"/>
                <a:ea typeface="Noto Sans SC DemiLight" panose="020B0200000000000000" charset="-122"/>
                <a:cs typeface="Noto Sans SC DemiLight" panose="020B0200000000000000" charset="-122"/>
              </a:rPr>
              <a:t>void KeyAction(uint8 keycode);</a:t>
            </a:r>
            <a:endParaRPr lang="en-US" altLang="zh-CN">
              <a:latin typeface="Noto Sans SC DemiLight" panose="020B0200000000000000" charset="-122"/>
              <a:ea typeface="Noto Sans SC DemiLight" panose="020B0200000000000000" charset="-122"/>
              <a:cs typeface="Noto Sans SC DemiLight" panose="020B0200000000000000" charset="-122"/>
            </a:endParaRPr>
          </a:p>
          <a:p>
            <a:r>
              <a:rPr lang="en-US" altLang="zh-CN">
                <a:latin typeface="Noto Sans SC DemiLight" panose="020B0200000000000000" charset="-122"/>
                <a:ea typeface="Noto Sans SC DemiLight" panose="020B0200000000000000" charset="-122"/>
                <a:cs typeface="Noto Sans SC DemiLight" panose="020B0200000000000000" charset="-122"/>
              </a:rPr>
              <a:t>void ConfigTimer0(uint16 ms);</a:t>
            </a:r>
            <a:endParaRPr lang="zh-CN" altLang="en-US">
              <a:latin typeface="Noto Sans SC DemiLight" panose="020B0200000000000000" charset="-122"/>
              <a:ea typeface="Noto Sans SC DemiLight" panose="020B0200000000000000" charset="-122"/>
              <a:cs typeface="Noto Sans SC DemiLight" panose="020B0200000000000000"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标题 16385"/>
          <p:cNvSpPr>
            <a:spLocks noGrp="1"/>
          </p:cNvSpPr>
          <p:nvPr>
            <p:ph type="title"/>
          </p:nvPr>
        </p:nvSpPr>
        <p:spPr>
          <a:xfrm>
            <a:off x="0" y="274955"/>
            <a:ext cx="12192000" cy="706120"/>
          </a:xfrm>
        </p:spPr>
        <p:txBody>
          <a:bodyPr anchor="ctr" anchorCtr="0"/>
          <a:p>
            <a:pPr algn="ctr"/>
            <a:r>
              <a:rPr lang="zh-CN" altLang="en-US" dirty="0">
                <a:latin typeface="黑体" panose="02010609060101010101" charset="-122"/>
                <a:ea typeface="黑体" panose="02010609060101010101" charset="-122"/>
              </a:rPr>
              <a:t>条件编译表达方式</a:t>
            </a:r>
            <a:endParaRPr lang="zh-CN" altLang="en-US" dirty="0">
              <a:latin typeface="黑体" panose="02010609060101010101" charset="-122"/>
              <a:ea typeface="黑体" panose="02010609060101010101" charset="-122"/>
            </a:endParaRPr>
          </a:p>
        </p:txBody>
      </p:sp>
      <p:sp>
        <p:nvSpPr>
          <p:cNvPr id="2" name="文本框 1"/>
          <p:cNvSpPr txBox="1"/>
          <p:nvPr/>
        </p:nvSpPr>
        <p:spPr>
          <a:xfrm>
            <a:off x="6182360" y="1125855"/>
            <a:ext cx="4055110" cy="5295900"/>
          </a:xfrm>
          <a:prstGeom prst="rect">
            <a:avLst/>
          </a:prstGeom>
          <a:noFill/>
        </p:spPr>
        <p:txBody>
          <a:bodyPr wrap="square" rtlCol="0">
            <a:noAutofit/>
          </a:bodyPr>
          <a:p>
            <a:pPr algn="l" fontAlgn="auto">
              <a:lnSpc>
                <a:spcPct val="150000"/>
              </a:lnSpc>
            </a:pPr>
            <a:r>
              <a:rPr lang="zh-CN" altLang="en-US">
                <a:latin typeface="宋体" panose="02010600030101010101" pitchFamily="2" charset="-122"/>
                <a:ea typeface="宋体" panose="02010600030101010101" pitchFamily="2" charset="-122"/>
                <a:cs typeface="宋体" panose="02010600030101010101" pitchFamily="2" charset="-122"/>
              </a:rPr>
              <a:t>条件编译的作用一：两款同类产品，多数功能一样，部分功能不同，将两款产品代码写到一起，使用条件编译进行区分。</a:t>
            </a:r>
            <a:endParaRPr lang="zh-CN" altLang="en-US">
              <a:latin typeface="宋体" panose="02010600030101010101" pitchFamily="2" charset="-122"/>
              <a:ea typeface="宋体" panose="02010600030101010101" pitchFamily="2" charset="-122"/>
              <a:cs typeface="宋体" panose="02010600030101010101" pitchFamily="2" charset="-122"/>
            </a:endParaRPr>
          </a:p>
          <a:p>
            <a:pPr algn="l" fontAlgn="auto">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rPr>
              <a:t> #define  PLAN   0</a:t>
            </a:r>
            <a:endParaRPr lang="en-US" altLang="zh-CN">
              <a:latin typeface="宋体" panose="02010600030101010101" pitchFamily="2" charset="-122"/>
              <a:ea typeface="宋体" panose="02010600030101010101" pitchFamily="2" charset="-122"/>
              <a:cs typeface="宋体" panose="02010600030101010101" pitchFamily="2" charset="-122"/>
            </a:endParaRPr>
          </a:p>
          <a:p>
            <a:pPr algn="l" fontAlgn="auto">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rPr>
              <a:t>    #if (PLAN == 0)</a:t>
            </a:r>
            <a:endParaRPr lang="en-US" altLang="zh-CN">
              <a:latin typeface="宋体" panose="02010600030101010101" pitchFamily="2" charset="-122"/>
              <a:ea typeface="宋体" panose="02010600030101010101" pitchFamily="2" charset="-122"/>
              <a:cs typeface="宋体" panose="02010600030101010101" pitchFamily="2" charset="-122"/>
            </a:endParaRPr>
          </a:p>
          <a:p>
            <a:pPr algn="l" fontAlgn="auto">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rPr>
              <a:t>        </a:t>
            </a:r>
            <a:r>
              <a:rPr lang="zh-CN" altLang="en-US">
                <a:latin typeface="宋体" panose="02010600030101010101" pitchFamily="2" charset="-122"/>
                <a:ea typeface="宋体" panose="02010600030101010101" pitchFamily="2" charset="-122"/>
                <a:cs typeface="宋体" panose="02010600030101010101" pitchFamily="2" charset="-122"/>
              </a:rPr>
              <a:t>程序段</a:t>
            </a:r>
            <a:r>
              <a:rPr lang="en-US" altLang="zh-CN">
                <a:latin typeface="宋体" panose="02010600030101010101" pitchFamily="2" charset="-122"/>
                <a:ea typeface="宋体" panose="02010600030101010101" pitchFamily="2" charset="-122"/>
                <a:cs typeface="宋体" panose="02010600030101010101" pitchFamily="2" charset="-122"/>
              </a:rPr>
              <a:t>1</a:t>
            </a:r>
            <a:endParaRPr lang="en-US" altLang="zh-CN">
              <a:latin typeface="宋体" panose="02010600030101010101" pitchFamily="2" charset="-122"/>
              <a:ea typeface="宋体" panose="02010600030101010101" pitchFamily="2" charset="-122"/>
              <a:cs typeface="宋体" panose="02010600030101010101" pitchFamily="2" charset="-122"/>
            </a:endParaRPr>
          </a:p>
          <a:p>
            <a:pPr algn="l" fontAlgn="auto">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rPr>
              <a:t>    #else </a:t>
            </a:r>
            <a:endParaRPr lang="en-US" altLang="zh-CN">
              <a:latin typeface="宋体" panose="02010600030101010101" pitchFamily="2" charset="-122"/>
              <a:ea typeface="宋体" panose="02010600030101010101" pitchFamily="2" charset="-122"/>
              <a:cs typeface="宋体" panose="02010600030101010101" pitchFamily="2" charset="-122"/>
            </a:endParaRPr>
          </a:p>
          <a:p>
            <a:pPr algn="l" fontAlgn="auto">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rPr>
              <a:t>        </a:t>
            </a:r>
            <a:r>
              <a:rPr lang="zh-CN" altLang="en-US">
                <a:latin typeface="宋体" panose="02010600030101010101" pitchFamily="2" charset="-122"/>
                <a:ea typeface="宋体" panose="02010600030101010101" pitchFamily="2" charset="-122"/>
                <a:cs typeface="宋体" panose="02010600030101010101" pitchFamily="2" charset="-122"/>
              </a:rPr>
              <a:t>程序段</a:t>
            </a:r>
            <a:r>
              <a:rPr lang="en-US" altLang="zh-CN">
                <a:latin typeface="宋体" panose="02010600030101010101" pitchFamily="2" charset="-122"/>
                <a:ea typeface="宋体" panose="02010600030101010101" pitchFamily="2" charset="-122"/>
                <a:cs typeface="宋体" panose="02010600030101010101" pitchFamily="2" charset="-122"/>
              </a:rPr>
              <a:t>2</a:t>
            </a:r>
            <a:endParaRPr lang="en-US" altLang="zh-CN">
              <a:latin typeface="宋体" panose="02010600030101010101" pitchFamily="2" charset="-122"/>
              <a:ea typeface="宋体" panose="02010600030101010101" pitchFamily="2" charset="-122"/>
              <a:cs typeface="宋体" panose="02010600030101010101" pitchFamily="2" charset="-122"/>
            </a:endParaRPr>
          </a:p>
          <a:p>
            <a:pPr algn="l" fontAlgn="auto">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rPr>
              <a:t>    #endif</a:t>
            </a:r>
            <a:endParaRPr lang="en-US" altLang="zh-CN">
              <a:latin typeface="宋体" panose="02010600030101010101" pitchFamily="2" charset="-122"/>
              <a:ea typeface="宋体" panose="02010600030101010101" pitchFamily="2" charset="-122"/>
              <a:cs typeface="宋体" panose="02010600030101010101" pitchFamily="2" charset="-122"/>
            </a:endParaRPr>
          </a:p>
          <a:p>
            <a:pPr indent="457200" algn="l" fontAlgn="auto">
              <a:lnSpc>
                <a:spcPct val="150000"/>
              </a:lnSpc>
            </a:pPr>
            <a:endParaRPr lang="zh-CN" altLang="en-US">
              <a:latin typeface="宋体" panose="02010600030101010101" pitchFamily="2" charset="-122"/>
              <a:ea typeface="宋体" panose="02010600030101010101" pitchFamily="2" charset="-122"/>
              <a:cs typeface="宋体" panose="02010600030101010101" pitchFamily="2" charset="-122"/>
            </a:endParaRPr>
          </a:p>
        </p:txBody>
      </p:sp>
      <p:sp>
        <p:nvSpPr>
          <p:cNvPr id="4" name="文本框 3"/>
          <p:cNvSpPr txBox="1"/>
          <p:nvPr/>
        </p:nvSpPr>
        <p:spPr>
          <a:xfrm>
            <a:off x="2127250" y="1125855"/>
            <a:ext cx="4055110" cy="5295900"/>
          </a:xfrm>
          <a:prstGeom prst="rect">
            <a:avLst/>
          </a:prstGeom>
          <a:noFill/>
        </p:spPr>
        <p:txBody>
          <a:bodyPr wrap="square" rtlCol="0">
            <a:noAutofit/>
          </a:bodyPr>
          <a:p>
            <a:pPr indent="457200" algn="l" fontAlgn="auto">
              <a:lnSpc>
                <a:spcPct val="150000"/>
              </a:lnSpc>
            </a:pPr>
            <a:r>
              <a:rPr lang="zh-CN">
                <a:latin typeface="宋体" panose="02010600030101010101" pitchFamily="2" charset="-122"/>
                <a:ea typeface="宋体" panose="02010600030101010101" pitchFamily="2" charset="-122"/>
                <a:cs typeface="宋体" panose="02010600030101010101" pitchFamily="2" charset="-122"/>
              </a:rPr>
              <a:t>条件编译的第一种表达方式</a:t>
            </a:r>
            <a:endParaRPr lang="zh-CN">
              <a:latin typeface="宋体" panose="02010600030101010101" pitchFamily="2" charset="-122"/>
              <a:ea typeface="宋体" panose="02010600030101010101" pitchFamily="2" charset="-122"/>
              <a:cs typeface="宋体" panose="02010600030101010101" pitchFamily="2" charset="-122"/>
            </a:endParaRPr>
          </a:p>
          <a:p>
            <a:pPr indent="457200" algn="l" fontAlgn="auto">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rPr>
              <a:t> #if  </a:t>
            </a:r>
            <a:r>
              <a:rPr lang="zh-CN" altLang="en-US">
                <a:latin typeface="宋体" panose="02010600030101010101" pitchFamily="2" charset="-122"/>
                <a:ea typeface="宋体" panose="02010600030101010101" pitchFamily="2" charset="-122"/>
                <a:cs typeface="宋体" panose="02010600030101010101" pitchFamily="2" charset="-122"/>
              </a:rPr>
              <a:t>表达式</a:t>
            </a:r>
            <a:endParaRPr lang="zh-CN" altLang="en-US">
              <a:latin typeface="宋体" panose="02010600030101010101" pitchFamily="2" charset="-122"/>
              <a:ea typeface="宋体" panose="02010600030101010101" pitchFamily="2" charset="-122"/>
              <a:cs typeface="宋体" panose="02010600030101010101" pitchFamily="2" charset="-122"/>
            </a:endParaRPr>
          </a:p>
          <a:p>
            <a:pPr indent="457200" algn="l" fontAlgn="auto">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rPr>
              <a:t>        </a:t>
            </a:r>
            <a:r>
              <a:rPr lang="zh-CN" altLang="en-US">
                <a:latin typeface="宋体" panose="02010600030101010101" pitchFamily="2" charset="-122"/>
                <a:ea typeface="宋体" panose="02010600030101010101" pitchFamily="2" charset="-122"/>
                <a:cs typeface="宋体" panose="02010600030101010101" pitchFamily="2" charset="-122"/>
              </a:rPr>
              <a:t>程序段</a:t>
            </a:r>
            <a:r>
              <a:rPr lang="en-US" altLang="zh-CN">
                <a:latin typeface="宋体" panose="02010600030101010101" pitchFamily="2" charset="-122"/>
                <a:ea typeface="宋体" panose="02010600030101010101" pitchFamily="2" charset="-122"/>
                <a:cs typeface="宋体" panose="02010600030101010101" pitchFamily="2" charset="-122"/>
              </a:rPr>
              <a:t> 1</a:t>
            </a:r>
            <a:endParaRPr lang="en-US" altLang="zh-CN">
              <a:latin typeface="宋体" panose="02010600030101010101" pitchFamily="2" charset="-122"/>
              <a:ea typeface="宋体" panose="02010600030101010101" pitchFamily="2" charset="-122"/>
              <a:cs typeface="宋体" panose="02010600030101010101" pitchFamily="2" charset="-122"/>
            </a:endParaRPr>
          </a:p>
          <a:p>
            <a:pPr indent="457200" algn="l" fontAlgn="auto">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rPr>
              <a:t> #else  </a:t>
            </a:r>
            <a:endParaRPr lang="en-US" altLang="zh-CN">
              <a:latin typeface="宋体" panose="02010600030101010101" pitchFamily="2" charset="-122"/>
              <a:ea typeface="宋体" panose="02010600030101010101" pitchFamily="2" charset="-122"/>
              <a:cs typeface="宋体" panose="02010600030101010101" pitchFamily="2" charset="-122"/>
            </a:endParaRPr>
          </a:p>
          <a:p>
            <a:pPr indent="457200" algn="l" fontAlgn="auto">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rPr>
              <a:t>        </a:t>
            </a:r>
            <a:r>
              <a:rPr lang="zh-CN" altLang="en-US">
                <a:latin typeface="宋体" panose="02010600030101010101" pitchFamily="2" charset="-122"/>
                <a:ea typeface="宋体" panose="02010600030101010101" pitchFamily="2" charset="-122"/>
                <a:cs typeface="宋体" panose="02010600030101010101" pitchFamily="2" charset="-122"/>
              </a:rPr>
              <a:t>程序段</a:t>
            </a:r>
            <a:r>
              <a:rPr lang="en-US" altLang="zh-CN">
                <a:latin typeface="宋体" panose="02010600030101010101" pitchFamily="2" charset="-122"/>
                <a:ea typeface="宋体" panose="02010600030101010101" pitchFamily="2" charset="-122"/>
                <a:cs typeface="宋体" panose="02010600030101010101" pitchFamily="2" charset="-122"/>
              </a:rPr>
              <a:t> 2</a:t>
            </a:r>
            <a:endParaRPr lang="en-US" altLang="zh-CN">
              <a:latin typeface="宋体" panose="02010600030101010101" pitchFamily="2" charset="-122"/>
              <a:ea typeface="宋体" panose="02010600030101010101" pitchFamily="2" charset="-122"/>
              <a:cs typeface="宋体" panose="02010600030101010101" pitchFamily="2" charset="-122"/>
            </a:endParaRPr>
          </a:p>
          <a:p>
            <a:pPr indent="457200" algn="l" fontAlgn="auto">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rPr>
              <a:t> #endif</a:t>
            </a:r>
            <a:endParaRPr lang="en-US" altLang="zh-CN">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标题 16385"/>
          <p:cNvSpPr>
            <a:spLocks noGrp="1"/>
          </p:cNvSpPr>
          <p:nvPr>
            <p:ph type="title"/>
          </p:nvPr>
        </p:nvSpPr>
        <p:spPr>
          <a:xfrm>
            <a:off x="0" y="274955"/>
            <a:ext cx="12192000" cy="706120"/>
          </a:xfrm>
        </p:spPr>
        <p:txBody>
          <a:bodyPr anchor="ctr" anchorCtr="0"/>
          <a:p>
            <a:pPr algn="ctr"/>
            <a:r>
              <a:rPr lang="zh-CN" altLang="en-US" dirty="0">
                <a:latin typeface="黑体" panose="02010609060101010101" charset="-122"/>
                <a:ea typeface="黑体" panose="02010609060101010101" charset="-122"/>
              </a:rPr>
              <a:t>条件编译表达方式</a:t>
            </a:r>
            <a:endParaRPr lang="zh-CN" altLang="en-US" dirty="0">
              <a:latin typeface="黑体" panose="02010609060101010101" charset="-122"/>
              <a:ea typeface="黑体" panose="02010609060101010101" charset="-122"/>
            </a:endParaRPr>
          </a:p>
        </p:txBody>
      </p:sp>
      <p:sp>
        <p:nvSpPr>
          <p:cNvPr id="2" name="文本框 1"/>
          <p:cNvSpPr txBox="1"/>
          <p:nvPr/>
        </p:nvSpPr>
        <p:spPr>
          <a:xfrm>
            <a:off x="5969000" y="1125855"/>
            <a:ext cx="5805805" cy="5295900"/>
          </a:xfrm>
          <a:prstGeom prst="rect">
            <a:avLst/>
          </a:prstGeom>
          <a:noFill/>
        </p:spPr>
        <p:txBody>
          <a:bodyPr wrap="square" rtlCol="0">
            <a:noAutofit/>
          </a:bodyPr>
          <a:p>
            <a:pPr algn="l" fontAlgn="auto">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rPr>
              <a:t>#ifndef _MAIN_H    /*</a:t>
            </a:r>
            <a:r>
              <a:rPr lang="zh-CN" altLang="en-US">
                <a:latin typeface="宋体" panose="02010600030101010101" pitchFamily="2" charset="-122"/>
                <a:ea typeface="宋体" panose="02010600030101010101" pitchFamily="2" charset="-122"/>
                <a:cs typeface="宋体" panose="02010600030101010101" pitchFamily="2" charset="-122"/>
              </a:rPr>
              <a:t>本段程序是写在</a:t>
            </a:r>
            <a:r>
              <a:rPr lang="en-US" altLang="zh-CN">
                <a:latin typeface="宋体" panose="02010600030101010101" pitchFamily="2" charset="-122"/>
                <a:ea typeface="宋体" panose="02010600030101010101" pitchFamily="2" charset="-122"/>
                <a:cs typeface="宋体" panose="02010600030101010101" pitchFamily="2" charset="-122"/>
              </a:rPr>
              <a:t>main.h</a:t>
            </a:r>
            <a:r>
              <a:rPr lang="zh-CN" altLang="en-US">
                <a:latin typeface="宋体" panose="02010600030101010101" pitchFamily="2" charset="-122"/>
                <a:ea typeface="宋体" panose="02010600030101010101" pitchFamily="2" charset="-122"/>
                <a:cs typeface="宋体" panose="02010600030101010101" pitchFamily="2" charset="-122"/>
              </a:rPr>
              <a:t>文件中，程序段</a:t>
            </a:r>
            <a:r>
              <a:rPr lang="en-US" altLang="zh-CN">
                <a:latin typeface="宋体" panose="02010600030101010101" pitchFamily="2" charset="-122"/>
                <a:ea typeface="宋体" panose="02010600030101010101" pitchFamily="2" charset="-122"/>
                <a:cs typeface="宋体" panose="02010600030101010101" pitchFamily="2" charset="-122"/>
              </a:rPr>
              <a:t>1</a:t>
            </a:r>
            <a:r>
              <a:rPr lang="zh-CN" altLang="en-US">
                <a:latin typeface="宋体" panose="02010600030101010101" pitchFamily="2" charset="-122"/>
                <a:ea typeface="宋体" panose="02010600030101010101" pitchFamily="2" charset="-122"/>
                <a:cs typeface="宋体" panose="02010600030101010101" pitchFamily="2" charset="-122"/>
              </a:rPr>
              <a:t>为外部变量；外部函数；自定义数据类型等</a:t>
            </a:r>
            <a:r>
              <a:rPr lang="en-US" altLang="zh-CN">
                <a:latin typeface="宋体" panose="02010600030101010101" pitchFamily="2" charset="-122"/>
                <a:ea typeface="宋体" panose="02010600030101010101" pitchFamily="2" charset="-122"/>
                <a:cs typeface="宋体" panose="02010600030101010101" pitchFamily="2" charset="-122"/>
              </a:rPr>
              <a:t>*/</a:t>
            </a:r>
            <a:endParaRPr lang="en-US" altLang="zh-CN">
              <a:latin typeface="宋体" panose="02010600030101010101" pitchFamily="2" charset="-122"/>
              <a:ea typeface="宋体" panose="02010600030101010101" pitchFamily="2" charset="-122"/>
              <a:cs typeface="宋体" panose="02010600030101010101" pitchFamily="2" charset="-122"/>
            </a:endParaRPr>
          </a:p>
          <a:p>
            <a:pPr algn="l" fontAlgn="auto">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rPr>
              <a:t>#define _MAIN_H</a:t>
            </a:r>
            <a:endParaRPr lang="en-US" altLang="zh-CN">
              <a:latin typeface="宋体" panose="02010600030101010101" pitchFamily="2" charset="-122"/>
              <a:ea typeface="宋体" panose="02010600030101010101" pitchFamily="2" charset="-122"/>
              <a:cs typeface="宋体" panose="02010600030101010101" pitchFamily="2" charset="-122"/>
            </a:endParaRPr>
          </a:p>
          <a:p>
            <a:pPr algn="l" fontAlgn="auto">
              <a:lnSpc>
                <a:spcPct val="150000"/>
              </a:lnSpc>
            </a:pPr>
            <a:endParaRPr lang="en-US" altLang="zh-CN">
              <a:latin typeface="宋体" panose="02010600030101010101" pitchFamily="2" charset="-122"/>
              <a:ea typeface="宋体" panose="02010600030101010101" pitchFamily="2" charset="-122"/>
              <a:cs typeface="宋体" panose="02010600030101010101" pitchFamily="2" charset="-122"/>
            </a:endParaRPr>
          </a:p>
          <a:p>
            <a:pPr algn="l" fontAlgn="auto">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rPr>
              <a:t>    </a:t>
            </a:r>
            <a:r>
              <a:rPr lang="zh-CN" altLang="en-US">
                <a:latin typeface="宋体" panose="02010600030101010101" pitchFamily="2" charset="-122"/>
                <a:ea typeface="宋体" panose="02010600030101010101" pitchFamily="2" charset="-122"/>
                <a:cs typeface="宋体" panose="02010600030101010101" pitchFamily="2" charset="-122"/>
              </a:rPr>
              <a:t>程序段</a:t>
            </a:r>
            <a:r>
              <a:rPr lang="en-US" altLang="zh-CN">
                <a:latin typeface="宋体" panose="02010600030101010101" pitchFamily="2" charset="-122"/>
                <a:ea typeface="宋体" panose="02010600030101010101" pitchFamily="2" charset="-122"/>
                <a:cs typeface="宋体" panose="02010600030101010101" pitchFamily="2" charset="-122"/>
              </a:rPr>
              <a:t>1</a:t>
            </a:r>
            <a:endParaRPr lang="en-US" altLang="zh-CN">
              <a:latin typeface="宋体" panose="02010600030101010101" pitchFamily="2" charset="-122"/>
              <a:ea typeface="宋体" panose="02010600030101010101" pitchFamily="2" charset="-122"/>
              <a:cs typeface="宋体" panose="02010600030101010101" pitchFamily="2" charset="-122"/>
            </a:endParaRPr>
          </a:p>
          <a:p>
            <a:pPr algn="l" fontAlgn="auto">
              <a:lnSpc>
                <a:spcPct val="150000"/>
              </a:lnSpc>
            </a:pPr>
            <a:endParaRPr lang="en-US" altLang="zh-CN">
              <a:latin typeface="宋体" panose="02010600030101010101" pitchFamily="2" charset="-122"/>
              <a:ea typeface="宋体" panose="02010600030101010101" pitchFamily="2" charset="-122"/>
              <a:cs typeface="宋体" panose="02010600030101010101" pitchFamily="2" charset="-122"/>
            </a:endParaRPr>
          </a:p>
          <a:p>
            <a:pPr algn="l" fontAlgn="auto">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rPr>
              <a:t>#endif</a:t>
            </a:r>
            <a:endParaRPr lang="en-US" altLang="zh-CN">
              <a:latin typeface="宋体" panose="02010600030101010101" pitchFamily="2" charset="-122"/>
              <a:ea typeface="宋体" panose="02010600030101010101" pitchFamily="2" charset="-122"/>
              <a:cs typeface="宋体" panose="02010600030101010101" pitchFamily="2" charset="-122"/>
            </a:endParaRPr>
          </a:p>
          <a:p>
            <a:pPr algn="l" fontAlgn="auto">
              <a:lnSpc>
                <a:spcPct val="150000"/>
              </a:lnSpc>
            </a:pPr>
            <a:endParaRPr lang="en-US" altLang="zh-CN">
              <a:latin typeface="宋体" panose="02010600030101010101" pitchFamily="2" charset="-122"/>
              <a:ea typeface="宋体" panose="02010600030101010101" pitchFamily="2" charset="-122"/>
              <a:cs typeface="宋体" panose="02010600030101010101" pitchFamily="2" charset="-122"/>
            </a:endParaRPr>
          </a:p>
          <a:p>
            <a:pPr algn="l" fontAlgn="auto">
              <a:lnSpc>
                <a:spcPct val="150000"/>
              </a:lnSpc>
            </a:pPr>
            <a:r>
              <a:rPr lang="zh-CN" altLang="en-US">
                <a:latin typeface="宋体" panose="02010600030101010101" pitchFamily="2" charset="-122"/>
                <a:ea typeface="宋体" panose="02010600030101010101" pitchFamily="2" charset="-122"/>
                <a:cs typeface="宋体" panose="02010600030101010101" pitchFamily="2" charset="-122"/>
              </a:rPr>
              <a:t>编译器在预编译</a:t>
            </a:r>
            <a:r>
              <a:rPr lang="en-US" altLang="zh-CN">
                <a:latin typeface="宋体" panose="02010600030101010101" pitchFamily="2" charset="-122"/>
                <a:ea typeface="宋体" panose="02010600030101010101" pitchFamily="2" charset="-122"/>
                <a:cs typeface="宋体" panose="02010600030101010101" pitchFamily="2" charset="-122"/>
              </a:rPr>
              <a:t>a.h</a:t>
            </a:r>
            <a:r>
              <a:rPr lang="zh-CN" altLang="en-US">
                <a:latin typeface="宋体" panose="02010600030101010101" pitchFamily="2" charset="-122"/>
                <a:ea typeface="宋体" panose="02010600030101010101" pitchFamily="2" charset="-122"/>
                <a:cs typeface="宋体" panose="02010600030101010101" pitchFamily="2" charset="-122"/>
              </a:rPr>
              <a:t>时进行了</a:t>
            </a:r>
            <a:r>
              <a:rPr lang="en-US" altLang="zh-CN">
                <a:latin typeface="宋体" panose="02010600030101010101" pitchFamily="2" charset="-122"/>
                <a:ea typeface="宋体" panose="02010600030101010101" pitchFamily="2" charset="-122"/>
                <a:cs typeface="宋体" panose="02010600030101010101" pitchFamily="2" charset="-122"/>
              </a:rPr>
              <a:t>#define _MAIN_H</a:t>
            </a:r>
            <a:r>
              <a:rPr lang="zh-CN" altLang="en-US">
                <a:latin typeface="宋体" panose="02010600030101010101" pitchFamily="2" charset="-122"/>
                <a:ea typeface="宋体" panose="02010600030101010101" pitchFamily="2" charset="-122"/>
                <a:cs typeface="宋体" panose="02010600030101010101" pitchFamily="2" charset="-122"/>
              </a:rPr>
              <a:t>，而在预编译</a:t>
            </a:r>
            <a:r>
              <a:rPr lang="en-US" altLang="zh-CN">
                <a:latin typeface="宋体" panose="02010600030101010101" pitchFamily="2" charset="-122"/>
                <a:ea typeface="宋体" panose="02010600030101010101" pitchFamily="2" charset="-122"/>
                <a:cs typeface="宋体" panose="02010600030101010101" pitchFamily="2" charset="-122"/>
              </a:rPr>
              <a:t>b.h</a:t>
            </a:r>
            <a:r>
              <a:rPr lang="zh-CN" altLang="en-US">
                <a:latin typeface="宋体" panose="02010600030101010101" pitchFamily="2" charset="-122"/>
                <a:ea typeface="宋体" panose="02010600030101010101" pitchFamily="2" charset="-122"/>
                <a:cs typeface="宋体" panose="02010600030101010101" pitchFamily="2" charset="-122"/>
              </a:rPr>
              <a:t>时，</a:t>
            </a:r>
            <a:r>
              <a:rPr lang="en-US" altLang="zh-CN">
                <a:latin typeface="宋体" panose="02010600030101010101" pitchFamily="2" charset="-122"/>
                <a:ea typeface="宋体" panose="02010600030101010101" pitchFamily="2" charset="-122"/>
                <a:cs typeface="宋体" panose="02010600030101010101" pitchFamily="2" charset="-122"/>
              </a:rPr>
              <a:t>#ifndef _MAIN_H</a:t>
            </a:r>
            <a:r>
              <a:rPr lang="zh-CN" altLang="en-US">
                <a:latin typeface="宋体" panose="02010600030101010101" pitchFamily="2" charset="-122"/>
                <a:ea typeface="宋体" panose="02010600030101010101" pitchFamily="2" charset="-122"/>
                <a:cs typeface="宋体" panose="02010600030101010101" pitchFamily="2" charset="-122"/>
              </a:rPr>
              <a:t>这一个条件就不成立，也就不会编译</a:t>
            </a:r>
            <a:r>
              <a:rPr lang="en-US" altLang="zh-CN">
                <a:latin typeface="宋体" panose="02010600030101010101" pitchFamily="2" charset="-122"/>
                <a:ea typeface="宋体" panose="02010600030101010101" pitchFamily="2" charset="-122"/>
                <a:cs typeface="宋体" panose="02010600030101010101" pitchFamily="2" charset="-122"/>
              </a:rPr>
              <a:t>b.h</a:t>
            </a:r>
            <a:r>
              <a:rPr lang="zh-CN" altLang="en-US">
                <a:latin typeface="宋体" panose="02010600030101010101" pitchFamily="2" charset="-122"/>
                <a:ea typeface="宋体" panose="02010600030101010101" pitchFamily="2" charset="-122"/>
                <a:cs typeface="宋体" panose="02010600030101010101" pitchFamily="2" charset="-122"/>
              </a:rPr>
              <a:t>当中的这部分内容，这样就有效的解决了头文件重复包含的问题</a:t>
            </a:r>
            <a:endParaRPr lang="zh-CN" altLang="en-US">
              <a:latin typeface="宋体" panose="02010600030101010101" pitchFamily="2" charset="-122"/>
              <a:ea typeface="宋体" panose="02010600030101010101" pitchFamily="2" charset="-122"/>
              <a:cs typeface="宋体" panose="02010600030101010101" pitchFamily="2" charset="-122"/>
            </a:endParaRPr>
          </a:p>
          <a:p>
            <a:pPr algn="l" fontAlgn="auto">
              <a:lnSpc>
                <a:spcPct val="150000"/>
              </a:lnSpc>
            </a:pPr>
            <a:endParaRPr lang="en-US" altLang="zh-CN">
              <a:latin typeface="宋体" panose="02010600030101010101" pitchFamily="2" charset="-122"/>
              <a:ea typeface="宋体" panose="02010600030101010101" pitchFamily="2" charset="-122"/>
              <a:cs typeface="宋体" panose="02010600030101010101" pitchFamily="2" charset="-122"/>
            </a:endParaRPr>
          </a:p>
          <a:p>
            <a:pPr algn="l" fontAlgn="auto">
              <a:lnSpc>
                <a:spcPct val="150000"/>
              </a:lnSpc>
            </a:pPr>
            <a:endParaRPr lang="en-US" altLang="zh-CN">
              <a:latin typeface="宋体" panose="02010600030101010101" pitchFamily="2" charset="-122"/>
              <a:ea typeface="宋体" panose="02010600030101010101" pitchFamily="2" charset="-122"/>
              <a:cs typeface="宋体" panose="02010600030101010101" pitchFamily="2" charset="-122"/>
            </a:endParaRPr>
          </a:p>
        </p:txBody>
      </p:sp>
      <p:sp>
        <p:nvSpPr>
          <p:cNvPr id="4" name="文本框 3"/>
          <p:cNvSpPr txBox="1"/>
          <p:nvPr/>
        </p:nvSpPr>
        <p:spPr>
          <a:xfrm>
            <a:off x="1882140" y="1183005"/>
            <a:ext cx="4055110" cy="5295900"/>
          </a:xfrm>
          <a:prstGeom prst="rect">
            <a:avLst/>
          </a:prstGeom>
          <a:noFill/>
        </p:spPr>
        <p:txBody>
          <a:bodyPr wrap="square" rtlCol="0">
            <a:noAutofit/>
          </a:bodyPr>
          <a:p>
            <a:pPr indent="457200" algn="l" fontAlgn="auto">
              <a:lnSpc>
                <a:spcPct val="150000"/>
              </a:lnSpc>
            </a:pPr>
            <a:r>
              <a:rPr lang="zh-CN">
                <a:latin typeface="宋体" panose="02010600030101010101" pitchFamily="2" charset="-122"/>
                <a:ea typeface="宋体" panose="02010600030101010101" pitchFamily="2" charset="-122"/>
                <a:cs typeface="宋体" panose="02010600030101010101" pitchFamily="2" charset="-122"/>
              </a:rPr>
              <a:t>条件编译的第二种表达方式</a:t>
            </a:r>
            <a:endParaRPr lang="zh-CN">
              <a:latin typeface="宋体" panose="02010600030101010101" pitchFamily="2" charset="-122"/>
              <a:ea typeface="宋体" panose="02010600030101010101" pitchFamily="2" charset="-122"/>
              <a:cs typeface="宋体" panose="02010600030101010101" pitchFamily="2" charset="-122"/>
            </a:endParaRPr>
          </a:p>
          <a:p>
            <a:pPr indent="457200" algn="l" fontAlgn="auto">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rPr>
              <a:t>    #ifdef  </a:t>
            </a:r>
            <a:r>
              <a:rPr lang="zh-CN" altLang="en-US">
                <a:latin typeface="宋体" panose="02010600030101010101" pitchFamily="2" charset="-122"/>
                <a:ea typeface="宋体" panose="02010600030101010101" pitchFamily="2" charset="-122"/>
                <a:cs typeface="宋体" panose="02010600030101010101" pitchFamily="2" charset="-122"/>
              </a:rPr>
              <a:t>标识符</a:t>
            </a:r>
            <a:endParaRPr lang="zh-CN" altLang="en-US">
              <a:latin typeface="宋体" panose="02010600030101010101" pitchFamily="2" charset="-122"/>
              <a:ea typeface="宋体" panose="02010600030101010101" pitchFamily="2" charset="-122"/>
              <a:cs typeface="宋体" panose="02010600030101010101" pitchFamily="2" charset="-122"/>
            </a:endParaRPr>
          </a:p>
          <a:p>
            <a:pPr indent="457200" algn="l" fontAlgn="auto">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rPr>
              <a:t>        </a:t>
            </a:r>
            <a:r>
              <a:rPr lang="zh-CN" altLang="en-US">
                <a:latin typeface="宋体" panose="02010600030101010101" pitchFamily="2" charset="-122"/>
                <a:ea typeface="宋体" panose="02010600030101010101" pitchFamily="2" charset="-122"/>
                <a:cs typeface="宋体" panose="02010600030101010101" pitchFamily="2" charset="-122"/>
              </a:rPr>
              <a:t>程序段</a:t>
            </a:r>
            <a:r>
              <a:rPr lang="en-US" altLang="zh-CN">
                <a:latin typeface="宋体" panose="02010600030101010101" pitchFamily="2" charset="-122"/>
                <a:ea typeface="宋体" panose="02010600030101010101" pitchFamily="2" charset="-122"/>
                <a:cs typeface="宋体" panose="02010600030101010101" pitchFamily="2" charset="-122"/>
              </a:rPr>
              <a:t>1</a:t>
            </a:r>
            <a:endParaRPr lang="en-US" altLang="zh-CN">
              <a:latin typeface="宋体" panose="02010600030101010101" pitchFamily="2" charset="-122"/>
              <a:ea typeface="宋体" panose="02010600030101010101" pitchFamily="2" charset="-122"/>
              <a:cs typeface="宋体" panose="02010600030101010101" pitchFamily="2" charset="-122"/>
            </a:endParaRPr>
          </a:p>
          <a:p>
            <a:pPr indent="457200" algn="l" fontAlgn="auto">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rPr>
              <a:t>    #else  </a:t>
            </a:r>
            <a:endParaRPr lang="en-US" altLang="zh-CN">
              <a:latin typeface="宋体" panose="02010600030101010101" pitchFamily="2" charset="-122"/>
              <a:ea typeface="宋体" panose="02010600030101010101" pitchFamily="2" charset="-122"/>
              <a:cs typeface="宋体" panose="02010600030101010101" pitchFamily="2" charset="-122"/>
            </a:endParaRPr>
          </a:p>
          <a:p>
            <a:pPr indent="457200" algn="l" fontAlgn="auto">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rPr>
              <a:t>        </a:t>
            </a:r>
            <a:r>
              <a:rPr lang="zh-CN" altLang="en-US">
                <a:latin typeface="宋体" panose="02010600030101010101" pitchFamily="2" charset="-122"/>
                <a:ea typeface="宋体" panose="02010600030101010101" pitchFamily="2" charset="-122"/>
                <a:cs typeface="宋体" panose="02010600030101010101" pitchFamily="2" charset="-122"/>
              </a:rPr>
              <a:t>程序段</a:t>
            </a:r>
            <a:r>
              <a:rPr lang="en-US" altLang="zh-CN">
                <a:latin typeface="宋体" panose="02010600030101010101" pitchFamily="2" charset="-122"/>
                <a:ea typeface="宋体" panose="02010600030101010101" pitchFamily="2" charset="-122"/>
                <a:cs typeface="宋体" panose="02010600030101010101" pitchFamily="2" charset="-122"/>
              </a:rPr>
              <a:t>2</a:t>
            </a:r>
            <a:endParaRPr lang="en-US" altLang="zh-CN">
              <a:latin typeface="宋体" panose="02010600030101010101" pitchFamily="2" charset="-122"/>
              <a:ea typeface="宋体" panose="02010600030101010101" pitchFamily="2" charset="-122"/>
              <a:cs typeface="宋体" panose="02010600030101010101" pitchFamily="2" charset="-122"/>
            </a:endParaRPr>
          </a:p>
          <a:p>
            <a:pPr indent="457200" algn="l" fontAlgn="auto">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rPr>
              <a:t>    #endif</a:t>
            </a:r>
            <a:endParaRPr lang="en-US" altLang="zh-CN">
              <a:latin typeface="宋体" panose="02010600030101010101" pitchFamily="2" charset="-122"/>
              <a:ea typeface="宋体" panose="02010600030101010101" pitchFamily="2" charset="-122"/>
              <a:cs typeface="宋体" panose="02010600030101010101" pitchFamily="2" charset="-122"/>
            </a:endParaRPr>
          </a:p>
          <a:p>
            <a:pPr indent="457200" algn="l" fontAlgn="auto">
              <a:lnSpc>
                <a:spcPct val="150000"/>
              </a:lnSpc>
            </a:pPr>
            <a:r>
              <a:rPr lang="zh-CN">
                <a:latin typeface="宋体" panose="02010600030101010101" pitchFamily="2" charset="-122"/>
                <a:ea typeface="宋体" panose="02010600030101010101" pitchFamily="2" charset="-122"/>
                <a:cs typeface="宋体" panose="02010600030101010101" pitchFamily="2" charset="-122"/>
                <a:sym typeface="+mn-ea"/>
              </a:rPr>
              <a:t>条件编译的第三种表达方式</a:t>
            </a:r>
            <a:endParaRPr lang="zh-CN">
              <a:latin typeface="宋体" panose="02010600030101010101" pitchFamily="2" charset="-122"/>
              <a:ea typeface="宋体" panose="02010600030101010101" pitchFamily="2" charset="-122"/>
              <a:cs typeface="宋体" panose="02010600030101010101" pitchFamily="2" charset="-122"/>
            </a:endParaRPr>
          </a:p>
          <a:p>
            <a:pPr indent="457200" algn="l" fontAlgn="auto">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sym typeface="+mn-ea"/>
              </a:rPr>
              <a:t>    </a:t>
            </a:r>
            <a:r>
              <a:rPr lang="en-US" altLang="zh-CN">
                <a:latin typeface="宋体" panose="02010600030101010101" pitchFamily="2" charset="-122"/>
                <a:ea typeface="宋体" panose="02010600030101010101" pitchFamily="2" charset="-122"/>
                <a:cs typeface="宋体" panose="02010600030101010101" pitchFamily="2" charset="-122"/>
              </a:rPr>
              <a:t>#ifndef  </a:t>
            </a:r>
            <a:r>
              <a:rPr lang="zh-CN" altLang="en-US">
                <a:latin typeface="宋体" panose="02010600030101010101" pitchFamily="2" charset="-122"/>
                <a:ea typeface="宋体" panose="02010600030101010101" pitchFamily="2" charset="-122"/>
                <a:cs typeface="宋体" panose="02010600030101010101" pitchFamily="2" charset="-122"/>
              </a:rPr>
              <a:t>标识符</a:t>
            </a:r>
            <a:endParaRPr lang="zh-CN" altLang="en-US">
              <a:latin typeface="宋体" panose="02010600030101010101" pitchFamily="2" charset="-122"/>
              <a:ea typeface="宋体" panose="02010600030101010101" pitchFamily="2" charset="-122"/>
              <a:cs typeface="宋体" panose="02010600030101010101" pitchFamily="2" charset="-122"/>
            </a:endParaRPr>
          </a:p>
          <a:p>
            <a:pPr indent="457200" algn="l" fontAlgn="auto">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rPr>
              <a:t>        </a:t>
            </a:r>
            <a:r>
              <a:rPr lang="zh-CN" altLang="en-US">
                <a:latin typeface="宋体" panose="02010600030101010101" pitchFamily="2" charset="-122"/>
                <a:ea typeface="宋体" panose="02010600030101010101" pitchFamily="2" charset="-122"/>
                <a:cs typeface="宋体" panose="02010600030101010101" pitchFamily="2" charset="-122"/>
              </a:rPr>
              <a:t>程序段</a:t>
            </a:r>
            <a:r>
              <a:rPr lang="en-US" altLang="zh-CN">
                <a:latin typeface="宋体" panose="02010600030101010101" pitchFamily="2" charset="-122"/>
                <a:ea typeface="宋体" panose="02010600030101010101" pitchFamily="2" charset="-122"/>
                <a:cs typeface="宋体" panose="02010600030101010101" pitchFamily="2" charset="-122"/>
              </a:rPr>
              <a:t>1</a:t>
            </a:r>
            <a:endParaRPr lang="en-US" altLang="zh-CN">
              <a:latin typeface="宋体" panose="02010600030101010101" pitchFamily="2" charset="-122"/>
              <a:ea typeface="宋体" panose="02010600030101010101" pitchFamily="2" charset="-122"/>
              <a:cs typeface="宋体" panose="02010600030101010101" pitchFamily="2" charset="-122"/>
            </a:endParaRPr>
          </a:p>
          <a:p>
            <a:pPr indent="457200" algn="l" fontAlgn="auto">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rPr>
              <a:t>    #else </a:t>
            </a:r>
            <a:endParaRPr lang="en-US" altLang="zh-CN">
              <a:latin typeface="宋体" panose="02010600030101010101" pitchFamily="2" charset="-122"/>
              <a:ea typeface="宋体" panose="02010600030101010101" pitchFamily="2" charset="-122"/>
              <a:cs typeface="宋体" panose="02010600030101010101" pitchFamily="2" charset="-122"/>
            </a:endParaRPr>
          </a:p>
          <a:p>
            <a:pPr indent="457200" algn="l" fontAlgn="auto">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rPr>
              <a:t>        </a:t>
            </a:r>
            <a:r>
              <a:rPr lang="zh-CN" altLang="en-US">
                <a:latin typeface="宋体" panose="02010600030101010101" pitchFamily="2" charset="-122"/>
                <a:ea typeface="宋体" panose="02010600030101010101" pitchFamily="2" charset="-122"/>
                <a:cs typeface="宋体" panose="02010600030101010101" pitchFamily="2" charset="-122"/>
              </a:rPr>
              <a:t>程序段</a:t>
            </a:r>
            <a:r>
              <a:rPr lang="en-US" altLang="zh-CN">
                <a:latin typeface="宋体" panose="02010600030101010101" pitchFamily="2" charset="-122"/>
                <a:ea typeface="宋体" panose="02010600030101010101" pitchFamily="2" charset="-122"/>
                <a:cs typeface="宋体" panose="02010600030101010101" pitchFamily="2" charset="-122"/>
              </a:rPr>
              <a:t>2</a:t>
            </a:r>
            <a:endParaRPr lang="en-US" altLang="zh-CN">
              <a:latin typeface="宋体" panose="02010600030101010101" pitchFamily="2" charset="-122"/>
              <a:ea typeface="宋体" panose="02010600030101010101" pitchFamily="2" charset="-122"/>
              <a:cs typeface="宋体" panose="02010600030101010101" pitchFamily="2" charset="-122"/>
            </a:endParaRPr>
          </a:p>
          <a:p>
            <a:pPr indent="457200" algn="l" fontAlgn="auto">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rPr>
              <a:t>    #endif</a:t>
            </a:r>
            <a:endParaRPr lang="en-US" altLang="zh-CN">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635" y="906145"/>
            <a:ext cx="12192635" cy="3665220"/>
          </a:xfrm>
          <a:prstGeom prst="rect">
            <a:avLst/>
          </a:prstGeom>
          <a:noFill/>
        </p:spPr>
        <p:txBody>
          <a:bodyPr wrap="square" rtlCol="0" anchor="t">
            <a:noAutofit/>
          </a:bodyPr>
          <a:p>
            <a:pPr indent="0" algn="ctr" fontAlgn="base">
              <a:lnSpc>
                <a:spcPct val="150000"/>
              </a:lnSpc>
            </a:pPr>
            <a:r>
              <a:rPr lang="zh-CN" altLang="en-US" sz="3600" b="1">
                <a:solidFill>
                  <a:srgbClr val="0000FF"/>
                </a:solidFill>
                <a:effectLst/>
                <a:latin typeface="Arial Black" panose="020B0A04020102020204" charset="0"/>
                <a:ea typeface="Arial Black" panose="020B0A04020102020204" charset="0"/>
                <a:sym typeface="+mn-ea"/>
              </a:rPr>
              <a:t>金沙滩工作室业务介绍</a:t>
            </a:r>
            <a:endParaRPr lang="zh-CN" altLang="en-US" sz="3600" b="1" strike="noStrike" noProof="1">
              <a:solidFill>
                <a:srgbClr val="0000FF"/>
              </a:solidFill>
              <a:effectLst/>
              <a:latin typeface="Arial Black" panose="020B0A04020102020204" charset="0"/>
              <a:ea typeface="Arial Black" panose="020B0A04020102020204" charset="0"/>
            </a:endParaRPr>
          </a:p>
          <a:p>
            <a:pPr indent="0" algn="ctr" fontAlgn="base">
              <a:lnSpc>
                <a:spcPct val="150000"/>
              </a:lnSpc>
            </a:pPr>
            <a:endParaRPr lang="zh-CN" altLang="en-US" sz="3200" b="1">
              <a:solidFill>
                <a:srgbClr val="0000FF"/>
              </a:solidFill>
              <a:effectLst/>
              <a:latin typeface="Arial Black" panose="020B0A04020102020204" charset="0"/>
              <a:ea typeface="Arial Black" panose="020B0A04020102020204" charset="0"/>
              <a:sym typeface="+mn-ea"/>
            </a:endParaRPr>
          </a:p>
          <a:p>
            <a:pPr indent="0" algn="ctr" fontAlgn="base">
              <a:lnSpc>
                <a:spcPct val="150000"/>
              </a:lnSpc>
            </a:pPr>
            <a:r>
              <a:rPr lang="en-US" altLang="zh-CN" sz="3200" b="1">
                <a:solidFill>
                  <a:srgbClr val="0000FF"/>
                </a:solidFill>
                <a:effectLst/>
                <a:latin typeface="Arial Black" panose="020B0A04020102020204" charset="0"/>
                <a:ea typeface="Arial Black" panose="020B0A04020102020204" charset="0"/>
                <a:sym typeface="+mn-ea"/>
              </a:rPr>
              <a:t>         </a:t>
            </a:r>
            <a:r>
              <a:rPr lang="zh-CN" altLang="en-US" sz="3200" b="1">
                <a:solidFill>
                  <a:srgbClr val="0000FF"/>
                </a:solidFill>
                <a:effectLst/>
                <a:latin typeface="Arial Black" panose="020B0A04020102020204" charset="0"/>
                <a:ea typeface="Arial Black" panose="020B0A04020102020204" charset="0"/>
                <a:sym typeface="+mn-ea"/>
              </a:rPr>
              <a:t>金沙滩工作室：单片机嵌入式教学</a:t>
            </a:r>
            <a:endParaRPr lang="zh-CN" altLang="en-US" sz="3200" b="1" strike="noStrike" noProof="1">
              <a:solidFill>
                <a:srgbClr val="0000FF"/>
              </a:solidFill>
              <a:effectLst/>
              <a:latin typeface="Arial Black" panose="020B0A04020102020204" charset="0"/>
              <a:ea typeface="Arial Black" panose="020B0A04020102020204" charset="0"/>
            </a:endParaRPr>
          </a:p>
          <a:p>
            <a:pPr indent="0" algn="ctr" fontAlgn="base">
              <a:lnSpc>
                <a:spcPct val="150000"/>
              </a:lnSpc>
            </a:pPr>
            <a:r>
              <a:rPr lang="zh-CN" altLang="en-US" sz="3200" b="1">
                <a:solidFill>
                  <a:srgbClr val="0000FF"/>
                </a:solidFill>
                <a:effectLst/>
                <a:latin typeface="Arial Black" panose="020B0A04020102020204" charset="0"/>
                <a:ea typeface="Arial Black" panose="020B0A04020102020204" charset="0"/>
                <a:sym typeface="+mn-ea"/>
              </a:rPr>
              <a:t>青岛金思特电子有限公司：逻辑分析仪、智能仪器</a:t>
            </a:r>
            <a:endParaRPr lang="en-US" altLang="zh-CN" sz="3200" b="1" strike="noStrike" noProof="1">
              <a:solidFill>
                <a:srgbClr val="0000FF"/>
              </a:solidFill>
              <a:effectLst/>
              <a:latin typeface="Arial Black" panose="020B0A04020102020204" charset="0"/>
              <a:ea typeface="Arial Black" panose="020B0A04020102020204" charset="0"/>
            </a:endParaRPr>
          </a:p>
          <a:p>
            <a:pPr indent="0" algn="ctr" fontAlgn="base">
              <a:lnSpc>
                <a:spcPct val="150000"/>
              </a:lnSpc>
            </a:pPr>
            <a:r>
              <a:rPr lang="zh-CN" altLang="en-US" sz="3200" b="1">
                <a:solidFill>
                  <a:srgbClr val="0000FF"/>
                </a:solidFill>
                <a:effectLst/>
                <a:latin typeface="Arial Black" panose="020B0A04020102020204" charset="0"/>
                <a:ea typeface="Arial Black" panose="020B0A04020102020204" charset="0"/>
                <a:sym typeface="+mn-ea"/>
              </a:rPr>
              <a:t>青岛方寸间智能科技有限公司：五子棋、围棋智能电子棋盘</a:t>
            </a:r>
            <a:endParaRPr lang="zh-CN" altLang="en-US" sz="3200" b="1" strike="noStrike" noProof="1">
              <a:solidFill>
                <a:srgbClr val="0000FF"/>
              </a:solidFill>
              <a:effectLst/>
              <a:latin typeface="Arial Black" panose="020B0A04020102020204" charset="0"/>
              <a:ea typeface="Arial Black" panose="020B0A04020102020204" charset="0"/>
            </a:endParaRPr>
          </a:p>
          <a:p>
            <a:pPr indent="0" algn="ctr" fontAlgn="base">
              <a:lnSpc>
                <a:spcPct val="150000"/>
              </a:lnSpc>
            </a:pPr>
            <a:endParaRPr lang="zh-CN" altLang="en-US" sz="3200" b="1" strike="noStrike" noProof="1">
              <a:solidFill>
                <a:srgbClr val="0000FF"/>
              </a:solidFill>
              <a:effectLst/>
              <a:latin typeface="Arial Black" panose="020B0A04020102020204" charset="0"/>
              <a:ea typeface="Arial Black" panose="020B0A0402010202020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tags/tag1.xml><?xml version="1.0" encoding="utf-8"?>
<p:tagLst xmlns:p="http://schemas.openxmlformats.org/presentationml/2006/main">
  <p:tag name="commondata" val="eyJjb3VudCI6MiwiaGRpZCI6ImZjYWE3MzUyYmNhZWZlOTVlZTMxMGRhOGMyYTRjNGE5IiwidXNlckNvdW50IjoyfQ=="/>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思源黑体">
      <a:majorFont>
        <a:latin typeface="思源黑体 CN Medium"/>
        <a:ea typeface="思源黑体 CN Medium"/>
        <a:cs typeface=""/>
      </a:majorFont>
      <a:minorFont>
        <a:latin typeface="思源黑体 CN ExtraLight"/>
        <a:ea typeface="思源黑体 CN Extra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思源黑体 CN ExtraLight"/>
        <a:font script="Hebr" typeface="思源黑体 CN ExtraLight"/>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ExtraLight"/>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黑体 CN Extra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CN ExtraLight"/>
        <a:ea typeface=""/>
        <a:cs typeface=""/>
        <a:font script="Jpan" typeface="ＭＳ Ｐゴシック"/>
        <a:font script="Hang" typeface="맑은 고딕"/>
        <a:font script="Hans" typeface="思源黑体 CN ExtraLight"/>
        <a:font script="Hant" typeface="新細明體"/>
        <a:font script="Arab" typeface="思源黑体 CN ExtraLight"/>
        <a:font script="Hebr" typeface="思源黑体 CN ExtraLight"/>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ExtraLight"/>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1958</Words>
  <Application>WPS 演示</Application>
  <PresentationFormat>宽屏</PresentationFormat>
  <Paragraphs>112</Paragraphs>
  <Slides>6</Slides>
  <Notes>18</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6</vt:i4>
      </vt:variant>
    </vt:vector>
  </HeadingPairs>
  <TitlesOfParts>
    <vt:vector size="17" baseType="lpstr">
      <vt:lpstr>Arial</vt:lpstr>
      <vt:lpstr>宋体</vt:lpstr>
      <vt:lpstr>Wingdings</vt:lpstr>
      <vt:lpstr>思源黑体 CN ExtraLight</vt:lpstr>
      <vt:lpstr>黑体</vt:lpstr>
      <vt:lpstr>微软雅黑</vt:lpstr>
      <vt:lpstr>Noto Sans SC DemiLight</vt:lpstr>
      <vt:lpstr>Arial Black</vt:lpstr>
      <vt:lpstr>Arial Unicode MS</vt:lpstr>
      <vt:lpstr>思源黑体 CN Medium</vt:lpstr>
      <vt:lpstr>1_Office 主题​​</vt:lpstr>
      <vt:lpstr>PowerPoint 演示文稿</vt:lpstr>
      <vt:lpstr>自定义类型说明</vt:lpstr>
      <vt:lpstr>头文件使用和编写方式</vt:lpstr>
      <vt:lpstr>条件编译表达方式</vt:lpstr>
      <vt:lpstr>条件编译表达方式</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ccs</cp:lastModifiedBy>
  <cp:revision>171</cp:revision>
  <dcterms:created xsi:type="dcterms:W3CDTF">2020-07-20T07:36:00Z</dcterms:created>
  <dcterms:modified xsi:type="dcterms:W3CDTF">2025-07-01T09:30:35Z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2052-12.1.0.18608</vt:lpwstr>
  </property>
  <property fmtid="{D5CDD505-2E9C-101B-9397-08002B2CF9AE}" pid="3" name="KSOTemplateUUID">
    <vt:lpwstr>v1.0_mb_iCO9wmVySDXo1sQXpH0/SQ==</vt:lpwstr>
  </property>
  <property fmtid="{D5CDD505-2E9C-101B-9397-08002B2CF9AE}" pid="4" name="ICV">
    <vt:lpwstr>91E6A3D7EBBA4D7D8574D3294ECBBD5D_13</vt:lpwstr>
  </property>
</Properties>
</file>