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31" r:id="rId3"/>
    <p:sldId id="375" r:id="rId4"/>
    <p:sldId id="376" r:id="rId5"/>
    <p:sldId id="377" r:id="rId6"/>
    <p:sldId id="378" r:id="rId7"/>
    <p:sldId id="379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849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14-3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综合项目实战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--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智能温控器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项目需求分析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34795" y="1125855"/>
            <a:ext cx="9192260" cy="529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作为一个空调的温控器，基本功能以及使用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Kingst51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开发板上的电子元件包含：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）显示当前室内温度，使用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18B20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温度传感器和数码管完成。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）记录当前设定的温度值，以便下次开机直接使用，使用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）当室内温度高于设定温度时，启动压缩机开始工作，使用继电器完成。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）当空调压缩机损坏，无法降低室内温度，温度高到一定值，系统报警，使用蜂鸣器完成。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）手动调整制冷温度值和报警温度值，使用按键和数码管和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小灯完成。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）当空调开启时，使用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点阵显示一个爱心图像。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硬件电路设计以及布局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34795" y="1125855"/>
            <a:ext cx="9192260" cy="529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设计一个产品，并不是一个所需功能的简单杂乱堆积，而是要从功能设计，产品布局让人用起来更舒服、更愉悦、更符合人性化，这才是一个优秀的设计。比如以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Kingst51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开发板作为智能温控器的设计参考产品，硬件设计和开发充分考虑的几个方面。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）主控芯片通常放到整个线路板的偏中心位置，方便走线。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）显示部分的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小灯、数码管和点阵都放到线路板右上方比较醒目的位置。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）按键输入部分，放到线路板的右下角，方便右手按按键。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）继电器、蜂鸣器放到左上方；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USB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供电和通信放到左下方。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硬件设计器件选择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34795" y="1125855"/>
            <a:ext cx="9192260" cy="5295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）所选器件是否可靠和稳定，根据产品的定位考量。如果是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DIY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练习为主，器件选择可以能方便购买就行；如果是批量产品，要充分考虑器件品质，能否耐用，长期使用，尽量不选一些最近半年出的新的器件。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所选器件是否满足批量生产、长期生产的需求。首先避免所选器件为市场淘汰产品，市场上仅有一些二手拆机件，容易造成整个产品次品率大幅提高，生产供应跟不上。其次要确保所选器件厂家的品质和实力，能否确保长期使用不断货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）选择器件时考虑部分器件是否方便替代，是否可以有备选方案。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）所选器件是否方便生产。原则上能用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SMT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贴片的，就不选插件的；能选机器完成焊接的，就不能选人工组装的。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）满足稳定可靠的基础上，选择价格合理的，控制整体产品的硬件成本。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）最后还可以有美观上的加分项，比如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Kingst51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开发板的器件，整个板子设计成红色，需要手动操作的部件包括插针都选了蓝色。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软件程序结构规划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9870" y="935990"/>
            <a:ext cx="9192260" cy="555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小灯、数码管和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点阵，都是显示部件，因此合并一个功能模块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led.c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）矩阵按键驱动部分程序代码，作为单独的功能模块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keyboard.c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）温度传感器作为一个独立的功能模块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DS18b20.c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）虽然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I2C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在本项目中是一起用的，但是依然做成了两个模块，方便做成通用的程序用来移植。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）系统工作模式分为三种模式：正常工作模式，设置继电器动作温度和设置蜂鸣器报警温度，主程序不断地扫描目前系统所处的模式，扫描按键并执行相应的动作，同时主程序定时扫描进行温度显示。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程序分层：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底层驱动层：按键、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I2C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18B20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这些都属于底层驱动的范畴，它们要共同为上层应用服务；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上层应用层：根据最终需要显示的效果来调度各种驱动函数，根据按键的输入来实现模式切换和温度调整，并且控制系统进行继电器动作和蜂鸣器报警动作。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0" y="274955"/>
            <a:ext cx="12192000" cy="706120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建立工程和配置文件编写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9870" y="935990"/>
            <a:ext cx="9192260" cy="555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 fontAlgn="auto">
              <a:lnSpc>
                <a:spcPct val="150000"/>
              </a:lnSpc>
            </a:pP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endParaRPr lang="en-US" altLang="zh-CN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一、规范工程文件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457200" algn="ctr" fontAlgn="auto">
              <a:lnSpc>
                <a:spcPct val="150000"/>
              </a:lnSpc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二、编写配置文件</a:t>
            </a:r>
            <a:r>
              <a:rPr lang="en-US" altLang="zh-CN" sz="3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config.h</a:t>
            </a:r>
            <a:endParaRPr lang="en-US" altLang="zh-CN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WPS 演示</Application>
  <PresentationFormat>宽屏</PresentationFormat>
  <Paragraphs>67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项目需求分析</vt:lpstr>
      <vt:lpstr>硬件电路设计以及布局</vt:lpstr>
      <vt:lpstr>硬件设计器件选择</vt:lpstr>
      <vt:lpstr>软件程序结构规划</vt:lpstr>
      <vt:lpstr>建立工程和配置文件编写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157</cp:revision>
  <dcterms:created xsi:type="dcterms:W3CDTF">2020-07-20T07:36:00Z</dcterms:created>
  <dcterms:modified xsi:type="dcterms:W3CDTF">2025-07-01T09:33:08Z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