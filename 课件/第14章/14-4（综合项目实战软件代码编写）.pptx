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68" r:id="rId4"/>
    <p:sldId id="369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118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14-4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：综合项目实战软件代码编写</a:t>
            </a:r>
            <a:endParaRPr 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37465" y="2941320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移植、编写底层驱动文件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37465" y="2941320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编写应用程序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WPS 演示</Application>
  <PresentationFormat>宽屏</PresentationFormat>
  <Paragraphs>27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移植、编写底层驱动文件</vt:lpstr>
      <vt:lpstr>编写应用程序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157</cp:revision>
  <dcterms:created xsi:type="dcterms:W3CDTF">2020-07-20T07:36:00Z</dcterms:created>
  <dcterms:modified xsi:type="dcterms:W3CDTF">2025-07-01T09:33:57Z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