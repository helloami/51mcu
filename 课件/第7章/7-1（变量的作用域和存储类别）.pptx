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04" r:id="rId3"/>
    <p:sldId id="352" r:id="rId4"/>
    <p:sldId id="351" r:id="rId5"/>
    <p:sldId id="353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230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7-1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变量的作用域和存储类别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716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变量的作用域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7915" y="1351915"/>
            <a:ext cx="9668510" cy="4307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 sz="3200" b="1" dirty="0"/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1、局部变量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函数内部声明的变量，只在本函数内有效，在本函数以外是不能使用的，叫做局部变量。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2、全局变量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在函数外部声明的变量就是全局变量。一个源程序文件可以包含一个或者多个函数，全局变量的作用范围是从它开始声明的位置一直到程序结束。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全局变量的负作用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2010" y="1428750"/>
            <a:ext cx="10444480" cy="4248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1、降低函数的独立性，对任何一个函数的修改都可能影响到其他函数。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2、降低函数的通用性，不利于函数的重复调用。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3、降低程序的清晰度，每个函数执行都有可能改变全局变量值，无法清楚判断每个时刻的全局变量的值。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4、全局变量永久占据内存单元。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endParaRPr lang="zh-CN" altLang="en-US" sz="3200" b="1" dirty="0"/>
          </a:p>
          <a:p>
            <a:pPr indent="0" fontAlgn="auto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原则：能用局部变量就不用全局变量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全局变量和局部变量同名，在局部变量作用域范围内，局部变量有效。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变量的存储类别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3150" y="1490345"/>
            <a:ext cx="9973310" cy="4030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1、自动变量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(auto)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函数中的局部变量，如果不加static关键字修饰，都属于自动变量，也叫做动态变量。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2、静态变量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所有的全局变量都属于静态变量，局部变量如果加了static关键字修饰的话，也是静态变量。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WPS 演示</Application>
  <PresentationFormat>宽屏</PresentationFormat>
  <Paragraphs>51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思源黑体 CN ExtraLight</vt:lpstr>
      <vt:lpstr>华文仿宋</vt:lpstr>
      <vt:lpstr>仿宋</vt:lpstr>
      <vt:lpstr>幼圆</vt:lpstr>
      <vt:lpstr>1_Office 主题​​</vt:lpstr>
      <vt:lpstr>PowerPoint 演示文稿</vt:lpstr>
      <vt:lpstr>变量的作用域</vt:lpstr>
      <vt:lpstr>全局变量的负作用</vt:lpstr>
      <vt:lpstr>变量的存储类别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145</cp:revision>
  <dcterms:created xsi:type="dcterms:W3CDTF">2020-07-20T07:36:00Z</dcterms:created>
  <dcterms:modified xsi:type="dcterms:W3CDTF">2025-07-01T08:32:01Z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