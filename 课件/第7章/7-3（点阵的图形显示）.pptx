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31" r:id="rId3"/>
    <p:sldId id="350" r:id="rId4"/>
    <p:sldId id="351" r:id="rId5"/>
    <p:sldId id="352" r:id="rId6"/>
    <p:sldId id="349" r:id="rId7"/>
    <p:sldId id="353" r:id="rId8"/>
    <p:sldId id="354" r:id="rId9"/>
    <p:sldId id="355" r:id="rId10"/>
    <p:sldId id="310" r:id="rId11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3849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7-3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：点阵的图形显示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>
          <a:xfrm>
            <a:off x="-55880" y="95885"/>
            <a:ext cx="12247880" cy="706120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点阵的图形显示（一）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6" name="图片 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5305" y="1527175"/>
            <a:ext cx="5826125" cy="4142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>
          <a:xfrm>
            <a:off x="-55880" y="95885"/>
            <a:ext cx="12247880" cy="706120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sym typeface="+mn-ea"/>
              </a:rPr>
              <a:t>点阵的图形显示（二）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7" name="图片 7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3560" y="1564005"/>
            <a:ext cx="5969000" cy="4195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>
          <a:xfrm>
            <a:off x="-55880" y="95885"/>
            <a:ext cx="12247880" cy="706120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sym typeface="+mn-ea"/>
              </a:rPr>
              <a:t>点阵的图形显示（三）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8" name="图片 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9585" y="1485265"/>
            <a:ext cx="6005195" cy="4245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>
          <a:xfrm>
            <a:off x="-55880" y="95885"/>
            <a:ext cx="12247880" cy="706120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sym typeface="+mn-ea"/>
              </a:rPr>
              <a:t>点阵的图形显示（四）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9" name="图片 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1625" y="1549400"/>
            <a:ext cx="6452870" cy="457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>
          <a:xfrm>
            <a:off x="-55880" y="95885"/>
            <a:ext cx="12247880" cy="706120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sym typeface="+mn-ea"/>
              </a:rPr>
              <a:t>点阵的图形显示（五）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82" name="图片 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5270" y="1508125"/>
            <a:ext cx="6545580" cy="4659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>
          <a:xfrm>
            <a:off x="-55880" y="95885"/>
            <a:ext cx="12247880" cy="706120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sym typeface="+mn-ea"/>
              </a:rPr>
              <a:t>点阵的图形显示（六）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81" name="图片 8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9515" y="1333500"/>
            <a:ext cx="6760210" cy="4779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>
          <a:xfrm>
            <a:off x="-55880" y="95885"/>
            <a:ext cx="12247880" cy="706120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sym typeface="+mn-ea"/>
              </a:rPr>
              <a:t>点阵的图形显示（七）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3690" y="1593850"/>
            <a:ext cx="6356350" cy="4525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WPS 演示</Application>
  <PresentationFormat>宽屏</PresentationFormat>
  <Paragraphs>37</Paragraphs>
  <Slides>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点阵的图形显示（一）</vt:lpstr>
      <vt:lpstr>点阵的图形显示（二）</vt:lpstr>
      <vt:lpstr>点阵的图形显示（三）</vt:lpstr>
      <vt:lpstr>点阵的图形显示（四）</vt:lpstr>
      <vt:lpstr>点阵的图形显示（五）</vt:lpstr>
      <vt:lpstr>点阵的图形显示（六）</vt:lpstr>
      <vt:lpstr>点阵的图形显示（七）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135</cp:revision>
  <dcterms:created xsi:type="dcterms:W3CDTF">2020-07-20T07:36:00Z</dcterms:created>
  <dcterms:modified xsi:type="dcterms:W3CDTF">2025-07-01T08:34:47Z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