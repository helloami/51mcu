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31" r:id="rId3"/>
    <p:sldId id="352" r:id="rId4"/>
    <p:sldId id="353" r:id="rId5"/>
    <p:sldId id="354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3468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7-2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认识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LED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点阵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点阵</a:t>
            </a:r>
            <a:r>
              <a:rPr lang="en-US" alt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LED</a:t>
            </a:r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实物图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1267" name="图片 11266" descr="wps_clip_image-90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9243" y="1756093"/>
            <a:ext cx="3887787" cy="32432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点阵</a:t>
            </a:r>
            <a:r>
              <a:rPr lang="en-US" alt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LED</a:t>
            </a:r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原理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2292" name="图片 12291" descr="wps_clip_image-93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1225" y="1052513"/>
            <a:ext cx="4895850" cy="4579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Kingst51</a:t>
            </a:r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开发板点阵</a:t>
            </a:r>
            <a:r>
              <a:rPr lang="en-US" alt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LED</a:t>
            </a:r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原理图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75" y="1165225"/>
            <a:ext cx="9930130" cy="5024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WPS 演示</Application>
  <PresentationFormat>宽屏</PresentationFormat>
  <Paragraphs>29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点阵LED实物图</vt:lpstr>
      <vt:lpstr>点阵LED原理</vt:lpstr>
      <vt:lpstr>Kingst51开发板点阵LED原理图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141</cp:revision>
  <dcterms:created xsi:type="dcterms:W3CDTF">2020-07-20T07:36:00Z</dcterms:created>
  <dcterms:modified xsi:type="dcterms:W3CDTF">2025-07-01T08:32:51Z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