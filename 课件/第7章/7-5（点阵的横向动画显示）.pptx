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46" r:id="rId4"/>
    <p:sldId id="349" r:id="rId5"/>
    <p:sldId id="347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849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7-5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：点阵的横向动画显示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0" y="147955"/>
            <a:ext cx="1219200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点阵的横向动画显示（一）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1255" y="816610"/>
            <a:ext cx="7348855" cy="5224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二维数组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0295" y="1069340"/>
            <a:ext cx="9948545" cy="5502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数组类型   数组名[数组长度1][数组长度2];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例如   unsigned char a[2][3]; 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定义一个2行3列的无符号字符型二维数组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unsigned char a[2][3]={{1,2,3}, {4,5,6}};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unsigned char a[2][3]={1,2,3,4,5,6};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unsigned char a[2][3]={{1,2},{3,4}};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unsigned char a[2][3]={1,2,0,3,4,0};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unsigned char a[2][3]={1,2,3,4};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unsigned char a[2][3]={{1,2,3},{4,0,0}};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518" y="2205038"/>
            <a:ext cx="8151812" cy="438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0" y="147955"/>
            <a:ext cx="1219200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点阵的横向动画显示（二）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610" y="1183640"/>
            <a:ext cx="3586480" cy="52476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07355" y="911860"/>
            <a:ext cx="6307455" cy="25386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unsigned char code image[30][8] = {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{0xFF,0xFF,0xFF,0xFF,0xFF,0xFF,0xFF,0xFF},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{0xFF,0x7F,0xFF,0xFF,0xFF,0xFF,0xFF,0x7F},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{0xFF,0x3F,0x7F,0x7F,0x7F,0x7F,0x7F,0x3F},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{0xFF,0x1F,0x3F,0x3F,0x3F,0x3F,0x3F,0x1F},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{0xFF,0x0F,0x9F,0x9F,0x9F,0x9F,0x9F,0x0F},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{0xFF,0x87,0xCF,0xCF,0xCF,0xCF,0xCF,0x87},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{0xFF,0xC3,0xE7,0xE7,0xE7,0xE7,0xE7,0xC3},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{0xFF,0xE1,0x73,0x73,0x73,0xF3,0xF3,0xE1},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{0xFF,0x70,0x39,0x39,0x39,0x79,0xF9,0xF0},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9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{0xFF,0x38,0x1C,0x1C,0x1C,0x3C,0x7C,0xF8},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{0xFF,0x9C,0x0E,0x0E,0x0E,0x1E,0x3E,0x7C},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11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{0xFF,0xCE,0x07,0x07,0x07,0x0F,0x1F,0x3E},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12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{0xFF,0x67,0x03,0x03,0x03,0x07,0x0F,0x9F},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13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{0xFF,0x33,0x01,0x01,0x01,0x03,0x87,0xCF},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14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{0xFF,0x99,0x00,0x00,0x00,0x81,0xC3,0xE7},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15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{0xFF,0xCC,0x80,0x80,0x80,0xC0,0xE1,0xF3},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16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{0xFF,0xE6,0xC0,0xC0,0xC0,0xE0,0xF0,0xF9},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17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{0xFF,0x73,0x60,0x60,0x60,0x70,0x78,0xFC},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18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{0xFF,0x39,0x30,0x30,0x30,0x38,0x3C,0x7E},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19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{0xFF,0x9C,0x98,0x98,0x98,0x9C,0x1E,0x3F},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{0xFF,0xCE,0xCC,0xCC,0xCC,0xCE,0x0F,0x1F},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21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{0xFF,0x67,0x66,0x66,0x66,0x67,0x07,0x0F},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22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{0xFF,0x33,0x33,0x33,0x33,0x33,0x03,0x87},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23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{0xFF,0x99,0x99,0x99,0x99,0x99,0x81,0xC3},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24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{0xFF,0xCC,0xCC,0xCC,0xCC,0xCC,0xC0,0xE1},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25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{0xFF,0xE6,0xE6,0xE6,0xE6,0xE6,0xE0,0xF0},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26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{0xFF,0xF3,0xF3,0xF3,0xF3,0xF3,0xF0,0xF8},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27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{0xFF,0xF9,0xF9,0xF9,0xF9,0xF9,0xF8,0xFC},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28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{0xFF,0xFC,0xFC,0xFC,0xFC,0xFC,0xFC,0xFE},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29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{0xFF,0xFE,0xFE,0xFE,0xFE,0xFE,0xFE,0xFF}   //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动画帧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};</a:t>
            </a:r>
            <a:endParaRPr lang="en-US" altLang="zh-CN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2273</Words>
  <Application>WPS 演示</Application>
  <PresentationFormat>宽屏</PresentationFormat>
  <Paragraphs>77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思源黑体 CN ExtraLight</vt:lpstr>
      <vt:lpstr>1_Office 主题​​</vt:lpstr>
      <vt:lpstr>PowerPoint 演示文稿</vt:lpstr>
      <vt:lpstr>点阵的横向动画显示（一）</vt:lpstr>
      <vt:lpstr>二维数组</vt:lpstr>
      <vt:lpstr>点阵的横向动画显示（二）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133</cp:revision>
  <dcterms:created xsi:type="dcterms:W3CDTF">2020-07-20T07:36:00Z</dcterms:created>
  <dcterms:modified xsi:type="dcterms:W3CDTF">2025-07-01T08:37:08Z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