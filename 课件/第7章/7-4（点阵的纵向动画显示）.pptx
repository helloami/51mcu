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331" r:id="rId3"/>
    <p:sldId id="348" r:id="rId4"/>
    <p:sldId id="310" r:id="rId5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1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2706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7-4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</a:t>
            </a:r>
            <a:r>
              <a:rPr 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点阵的动画显示</a:t>
            </a:r>
            <a:endParaRPr lang="zh-CN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4337"/>
          <p:cNvSpPr>
            <a:spLocks noGrp="1"/>
          </p:cNvSpPr>
          <p:nvPr>
            <p:ph type="title"/>
          </p:nvPr>
        </p:nvSpPr>
        <p:spPr>
          <a:xfrm>
            <a:off x="0" y="147955"/>
            <a:ext cx="12192000" cy="706120"/>
          </a:xfrm>
        </p:spPr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</a:rPr>
              <a:t>点阵的纵向动画显示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1730" y="811530"/>
            <a:ext cx="7367905" cy="52343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</Words>
  <Application>WPS 演示</Application>
  <PresentationFormat>宽屏</PresentationFormat>
  <Paragraphs>25</Paragraphs>
  <Slides>3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1_Office 主题​​</vt:lpstr>
      <vt:lpstr>PowerPoint 演示文稿</vt:lpstr>
      <vt:lpstr>点阵的纵向动画显示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137</cp:revision>
  <dcterms:created xsi:type="dcterms:W3CDTF">2020-07-20T07:36:00Z</dcterms:created>
  <dcterms:modified xsi:type="dcterms:W3CDTF">2025-07-01T08:35:42Z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