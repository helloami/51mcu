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31" r:id="rId3"/>
    <p:sldId id="346" r:id="rId4"/>
    <p:sldId id="347" r:id="rId5"/>
    <p:sldId id="310" r:id="rId6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3468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6-4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数码管显示消隐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</a:rPr>
              <a:t>数码管残影产生原理</a:t>
            </a:r>
            <a:endParaRPr lang="en-US" altLang="zh-CN" sz="4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54735" y="1167130"/>
            <a:ext cx="10595610" cy="54394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产生背景：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数码管位选切换过渡阶段造成的段选的瞬态显示。假设此刻最高位数码管显示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case 5:ADDR2=1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ADDR1=0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ADDR0=1; P0=0xC0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en-US" altLang="zh-CN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ADDR2=0; ADDR1=0; ADDR0=1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P0=0xC0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endParaRPr lang="en-US" altLang="zh-CN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case 0:ADDR2=0; ADDR1=0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ADDR0=0; P0=0xF9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en-US" altLang="zh-CN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中间状态：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ADDR2=0; ADDR1=0; ADDR0=1(case 1)</a:t>
            </a:r>
            <a:endParaRPr lang="en-US" altLang="zh-CN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</a:rPr>
              <a:t>数码管消隐方法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49045" y="1167130"/>
            <a:ext cx="9723755" cy="47002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解决方法：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切换之前关闭位选或者段选，切换后一次性打开。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关闭段：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switch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语句执行前加：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P0=0xFF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关闭位：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switch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语句执行前加：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ENLED=1;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case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语句中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P0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赋值完成后再打开显示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ENLED=0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579</Words>
  <Application>WPS 演示</Application>
  <PresentationFormat>宽屏</PresentationFormat>
  <Paragraphs>43</Paragraphs>
  <Slides>4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数码管残影产生原理</vt:lpstr>
      <vt:lpstr>数码管消隐方法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130</cp:revision>
  <dcterms:created xsi:type="dcterms:W3CDTF">2020-07-20T07:36:00Z</dcterms:created>
  <dcterms:modified xsi:type="dcterms:W3CDTF">2025-07-01T08:24:32Z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