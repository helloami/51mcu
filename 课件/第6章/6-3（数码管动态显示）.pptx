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50" r:id="rId4"/>
    <p:sldId id="347" r:id="rId5"/>
    <p:sldId id="348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230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数码管动态显示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KST-51开发板数码管图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71" name="图片 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64590"/>
            <a:ext cx="12191365" cy="3275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2" descr="e9dc766c-1c2d-4620-8798-67b283b3f43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260" y="4439920"/>
            <a:ext cx="4476115" cy="2301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动态显示的基本原理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0" y="1054100"/>
            <a:ext cx="7486650" cy="4498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动态显示：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多个数码管显示数字的时候，实际上是轮流点亮数码管(一个时刻只有一个数码管是亮的)，利用人眼的视觉暂留现象(也叫余晖效应)。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91" name="图片 12290" descr="lesson6数码管动态扫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9610" y="527050"/>
            <a:ext cx="5733415" cy="63315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0" name="标题 12289"/>
          <p:cNvSpPr>
            <a:spLocks noGrp="1"/>
          </p:cNvSpPr>
          <p:nvPr>
            <p:ph type="title"/>
          </p:nvPr>
        </p:nvSpPr>
        <p:spPr>
          <a:xfrm>
            <a:off x="-635" y="118110"/>
            <a:ext cx="12192000" cy="360680"/>
          </a:xfrm>
        </p:spPr>
        <p:txBody>
          <a:bodyPr anchor="ctr" anchorCtr="0"/>
          <a:p>
            <a:pPr algn="ctr"/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数码管动态显示秒表流程图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WPS 演示</Application>
  <PresentationFormat>宽屏</PresentationFormat>
  <Paragraphs>34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KST-51开发板数码管图</vt:lpstr>
      <vt:lpstr>动态显示的基本原理</vt:lpstr>
      <vt:lpstr>数码管动态显示秒表流程图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131</cp:revision>
  <dcterms:created xsi:type="dcterms:W3CDTF">2020-07-20T07:36:00Z</dcterms:created>
  <dcterms:modified xsi:type="dcterms:W3CDTF">2025-07-01T08:23:53Z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