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04" r:id="rId3"/>
    <p:sldId id="348" r:id="rId4"/>
    <p:sldId id="349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数组的概念及应用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425450" y="2806065"/>
            <a:ext cx="10859135" cy="576580"/>
          </a:xfrm>
        </p:spPr>
        <p:txBody>
          <a:bodyPr anchor="ctr" anchorCtr="0"/>
          <a:p>
            <a:pPr algn="ctr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数组的声明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2280920" y="707390"/>
            <a:ext cx="7964805" cy="2099310"/>
          </a:xfrm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数组是一组变量，这组变量需要满足三个条件：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、具有相同的数据类型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、具有相同的名字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、在存储器中是被连续存放的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72" name="矩形 7171"/>
          <p:cNvSpPr>
            <a:spLocks noGrp="1"/>
          </p:cNvSpPr>
          <p:nvPr/>
        </p:nvSpPr>
        <p:spPr>
          <a:xfrm>
            <a:off x="612775" y="0"/>
            <a:ext cx="10859135" cy="7061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ctr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1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ctr"/>
            <a:r>
              <a:rPr lang="zh-CN" altLang="en-US" sz="3200" dirty="0">
                <a:latin typeface="宋体" panose="02010600030101010101" pitchFamily="2" charset="-122"/>
              </a:rPr>
              <a:t>数组</a:t>
            </a:r>
            <a:r>
              <a:rPr lang="zh-CN" altLang="en-US" sz="3200" dirty="0">
                <a:latin typeface="宋体" panose="02010600030101010101" pitchFamily="2" charset="-122"/>
              </a:rPr>
              <a:t>的基本概念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7173" name="矩形 7172"/>
          <p:cNvSpPr>
            <a:spLocks noGrp="1"/>
          </p:cNvSpPr>
          <p:nvPr/>
        </p:nvSpPr>
        <p:spPr>
          <a:xfrm>
            <a:off x="1360805" y="3382645"/>
            <a:ext cx="9641205" cy="33140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    数组类型   数组名[数组长度]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    数组类型  数组名[数组长度]={初值列表};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0">
              <a:buNone/>
            </a:pP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0">
              <a:buNone/>
            </a:pPr>
            <a:r>
              <a:rPr lang="en-US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、具备相同的数据类型。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0">
              <a:buNone/>
            </a:pPr>
            <a:r>
              <a:rPr lang="en-US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、数组名需要符合规范，只能由字母、数字和下划线组成，第一个字符必须是字母或者下划线。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0">
              <a:buNone/>
            </a:pPr>
            <a:r>
              <a:rPr lang="en-US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、方括号内的数组长度是一个常量或者常量表达式，并且必须是正整数。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425450" y="2999740"/>
            <a:ext cx="10859135" cy="576580"/>
          </a:xfrm>
        </p:spPr>
        <p:txBody>
          <a:bodyPr anchor="ctr" anchorCtr="0"/>
          <a:p>
            <a:pPr algn="ctr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数组的使用和赋值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1264285" y="900430"/>
            <a:ext cx="9852660" cy="209931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、初值列表里的数据之间要用逗号隔开。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、列表内初值数量等于或小于数组长度。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、若给数组元素的所有元素都赋值，可以省略数组长度。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、系统为数组分配连续的存储单元，数组元素的次序由下标决定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72" name="矩形 7171"/>
          <p:cNvSpPr>
            <a:spLocks noGrp="1"/>
          </p:cNvSpPr>
          <p:nvPr/>
        </p:nvSpPr>
        <p:spPr>
          <a:xfrm>
            <a:off x="612775" y="0"/>
            <a:ext cx="10859135" cy="7061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ctr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1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ctr"/>
            <a:r>
              <a:rPr lang="zh-CN" altLang="en-US" sz="3200" dirty="0">
                <a:latin typeface="宋体" panose="02010600030101010101" pitchFamily="2" charset="-122"/>
              </a:rPr>
              <a:t>数组</a:t>
            </a:r>
            <a:r>
              <a:rPr lang="zh-CN" altLang="en-US" sz="3200" dirty="0">
                <a:latin typeface="宋体" panose="02010600030101010101" pitchFamily="2" charset="-122"/>
              </a:rPr>
              <a:t>的初始化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7175" name="矩形 7174"/>
          <p:cNvSpPr>
            <a:spLocks noGrp="1"/>
          </p:cNvSpPr>
          <p:nvPr/>
        </p:nvSpPr>
        <p:spPr>
          <a:xfrm>
            <a:off x="1550035" y="3654425"/>
            <a:ext cx="8739505" cy="14744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1、区分数组下标和数组元素个数的概念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2、数组元素下标可以常量或变量或表达式，初始化必须常量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3、数组整体赋值只能在初始化进行，程序只能单个元素赋值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SwiaGRpZCI6ImZjYWE3MzUyYmNhZWZlOTVlZTMxMGRhOGMyYTRjNGE5IiwidXNlckNvdW50Ijox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WPS 演示</Application>
  <PresentationFormat>宽屏</PresentationFormat>
  <Paragraphs>54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思源黑体 CN ExtraLight</vt:lpstr>
      <vt:lpstr>微软雅黑</vt:lpstr>
      <vt:lpstr>Arial Black</vt:lpstr>
      <vt:lpstr>思源黑体 CN Medium</vt:lpstr>
      <vt:lpstr>Arial Unicode MS</vt:lpstr>
      <vt:lpstr>1_Office 主题​​</vt:lpstr>
      <vt:lpstr>PowerPoint 演示文稿</vt:lpstr>
      <vt:lpstr>数组的声明</vt:lpstr>
      <vt:lpstr>数组的使用和赋值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140</cp:revision>
  <dcterms:created xsi:type="dcterms:W3CDTF">2020-07-20T07:36:00Z</dcterms:created>
  <dcterms:modified xsi:type="dcterms:W3CDTF">2025-07-01T03:45:06Z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