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1" r:id="rId3"/>
    <p:sldId id="349" r:id="rId4"/>
    <p:sldId id="350" r:id="rId5"/>
    <p:sldId id="351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992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6-2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if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switch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语句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if语句的用法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57275" y="1125855"/>
            <a:ext cx="3851910" cy="5160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if语句的默认形式：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if(条件表达式)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{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语句1;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}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if...else语句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if(条件表达式)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{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语句1;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}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else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{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语句2;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}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90435" y="1125855"/>
            <a:ext cx="4064000" cy="1346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sec++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if (sec &gt;= 16)    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{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sec = 0;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15100" y="3288030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if (sec &gt;= 15)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{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    sec = 0;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else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{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    sec++;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725420" y="1008380"/>
            <a:ext cx="7700010" cy="4350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if...else if语句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if(表达式1)       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{语句1;}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else if(表达式2)    {语句2;}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else if(表达式3)    {语句3;}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... ...              ... ...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else                {语句n;}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switch语句的用法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58975" y="1180465"/>
            <a:ext cx="7645400" cy="5278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switch(表达式)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{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case  常量表达式1： 语句1;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case  常量表达式2： 语句2;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... ...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case  常量表达式n： 语句n;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default ： 语句n+1;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}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switch(表达式)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{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case  常量表达式1： 语句1; break;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case  常量表达式2： 语句2; break;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... ...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case  常量表达式n： 语句n; break;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default ： 语句n+1;break;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}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992</Words>
  <Application>WPS 演示</Application>
  <PresentationFormat>宽屏</PresentationFormat>
  <Paragraphs>83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if语句的用法</vt:lpstr>
      <vt:lpstr>PowerPoint 演示文稿</vt:lpstr>
      <vt:lpstr>switch语句的用法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141</cp:revision>
  <dcterms:created xsi:type="dcterms:W3CDTF">2020-07-20T07:36:00Z</dcterms:created>
  <dcterms:modified xsi:type="dcterms:W3CDTF">2025-07-01T08:23:02Z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