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331" r:id="rId3"/>
    <p:sldId id="342" r:id="rId4"/>
    <p:sldId id="343" r:id="rId5"/>
    <p:sldId id="345" r:id="rId6"/>
    <p:sldId id="344" r:id="rId7"/>
    <p:sldId id="310" r:id="rId8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AFAFA"/>
    <a:srgbClr val="F5F5F5"/>
    <a:srgbClr val="5C6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1.xml"/><Relationship Id="rId14" Type="http://schemas.openxmlformats.org/officeDocument/2006/relationships/commentAuthors" Target="commentAuthors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6903AD60-1E1B-49E5-889A-5081478A82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41DFA862-0DC3-4474-8F9C-5AE07FF4BC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4" name="图片 3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056855" y="482600"/>
            <a:ext cx="4078288" cy="593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2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43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4417" y="6092825"/>
            <a:ext cx="2844800" cy="217488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78817" y="6092825"/>
            <a:ext cx="3860800" cy="215900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092825"/>
            <a:ext cx="2844800" cy="215900"/>
          </a:xfrm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金沙滩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" y="62230"/>
            <a:ext cx="1097280" cy="10972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8265160" y="0"/>
            <a:ext cx="3835400" cy="650240"/>
          </a:xfrm>
          <a:prstGeom prst="rect">
            <a:avLst/>
          </a:prstGeom>
        </p:spPr>
        <p:txBody>
          <a:bodyPr wrap="none">
            <a:noAutofit/>
          </a:bodyPr>
          <a:p>
            <a:pPr algn="ctr"/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配套书籍：手把手教你学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单片机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--C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语言版（第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版）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06545" y="49593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青岛金思特电子有限公司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（金沙滩工作室）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11930" y="5709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作者：宋雪松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43510" y="2327275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5-4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：认识</a:t>
            </a:r>
            <a:r>
              <a:rPr 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数码管</a:t>
            </a:r>
            <a:endParaRPr lang="zh-CN" sz="40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41400" y="5080"/>
            <a:ext cx="6767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回馈社会，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全面开源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所有资料。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开发板以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利润成本价销售（公开完整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成本清单）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" y="3255645"/>
            <a:ext cx="12191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关注各大直播平台：金沙滩电子课堂，直播授课答疑</a:t>
            </a:r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标题 15361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4000" dirty="0">
                <a:latin typeface="黑体" panose="02010609060101010101" charset="-122"/>
                <a:ea typeface="黑体" panose="02010609060101010101" charset="-122"/>
              </a:rPr>
              <a:t>数码管原理和结构图</a:t>
            </a:r>
            <a:endParaRPr lang="zh-CN" altLang="en-US" sz="4000" dirty="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15363" name="图片 1536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4330" y="1939290"/>
            <a:ext cx="3940175" cy="29794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64" name="图片 1536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9080" y="1789430"/>
            <a:ext cx="4810125" cy="327914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标题 16385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4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KST-51开发板数码管图</a:t>
            </a:r>
            <a:endParaRPr lang="zh-CN" altLang="en-US" sz="4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71" name="图片 7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64590"/>
            <a:ext cx="12191365" cy="3275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图片 12" descr="e9dc766c-1c2d-4620-8798-67b283b3f43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8260" y="4439920"/>
            <a:ext cx="4476115" cy="2301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标题 18433"/>
          <p:cNvSpPr>
            <a:spLocks noGrp="1"/>
          </p:cNvSpPr>
          <p:nvPr>
            <p:ph type="title"/>
          </p:nvPr>
        </p:nvSpPr>
        <p:spPr>
          <a:xfrm>
            <a:off x="323850" y="2349500"/>
            <a:ext cx="11868150" cy="1078865"/>
          </a:xfrm>
        </p:spPr>
        <p:txBody>
          <a:bodyPr anchor="ctr" anchorCtr="0"/>
          <a:p>
            <a:pPr algn="ctr"/>
            <a:r>
              <a:rPr lang="zh-CN" altLang="en-US" sz="4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数码管显示</a:t>
            </a:r>
            <a:r>
              <a:rPr lang="en-US" altLang="zh-CN" sz="4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 sz="4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的程序编写</a:t>
            </a:r>
            <a:endParaRPr lang="zh-CN" altLang="en-US" sz="4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标题 17409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4000" dirty="0">
                <a:latin typeface="黑体" panose="02010609060101010101" charset="-122"/>
                <a:ea typeface="黑体" panose="02010609060101010101" charset="-122"/>
              </a:rPr>
              <a:t>数码管真值表</a:t>
            </a:r>
            <a:endParaRPr lang="zh-CN" altLang="en-US" sz="4000" dirty="0">
              <a:latin typeface="黑体" panose="02010609060101010101" charset="-122"/>
              <a:ea typeface="黑体" panose="02010609060101010101" charset="-122"/>
            </a:endParaRPr>
          </a:p>
        </p:txBody>
      </p:sp>
      <p:graphicFrame>
        <p:nvGraphicFramePr>
          <p:cNvPr id="17411" name="表格 17410"/>
          <p:cNvGraphicFramePr/>
          <p:nvPr/>
        </p:nvGraphicFramePr>
        <p:xfrm>
          <a:off x="2423160" y="1557338"/>
          <a:ext cx="7345363" cy="2447925"/>
        </p:xfrm>
        <a:graphic>
          <a:graphicData uri="http://schemas.openxmlformats.org/drawingml/2006/table">
            <a:tbl>
              <a:tblPr/>
              <a:tblGrid>
                <a:gridCol w="815975"/>
                <a:gridCol w="815975"/>
                <a:gridCol w="815975"/>
                <a:gridCol w="815975"/>
                <a:gridCol w="815975"/>
                <a:gridCol w="815975"/>
                <a:gridCol w="815975"/>
                <a:gridCol w="815975"/>
                <a:gridCol w="817563"/>
              </a:tblGrid>
              <a:tr h="612775"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zh-CN" altLang="en-US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字符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1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2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3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4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5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6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7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1188"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zh-CN" altLang="en-US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数值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0xC0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0xF9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0xA4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0xB0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0x99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0x92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0x82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0xF8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1187"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zh-CN" altLang="en-US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字符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8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9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A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B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C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D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E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F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2775"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zh-CN" altLang="en-US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数值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0x80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0x90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0x88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0x83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0xC6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0xA1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0x86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0x8E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635" y="906145"/>
            <a:ext cx="12192635" cy="3665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 fontAlgn="base">
              <a:lnSpc>
                <a:spcPct val="150000"/>
              </a:lnSpc>
            </a:pPr>
            <a:r>
              <a:rPr lang="zh-CN" altLang="en-US" sz="36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金沙滩工作室业务介绍</a:t>
            </a:r>
            <a:endParaRPr lang="zh-CN" altLang="en-US" sz="36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  <a:sym typeface="+mn-ea"/>
            </a:endParaRPr>
          </a:p>
          <a:p>
            <a:pPr indent="0" algn="ctr" fontAlgn="base">
              <a:lnSpc>
                <a:spcPct val="150000"/>
              </a:lnSpc>
            </a:pPr>
            <a:r>
              <a:rPr lang="en-US" altLang="zh-CN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         </a:t>
            </a: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金沙滩工作室：单片机嵌入式教学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青岛金思特电子有限公司：逻辑分析仪、智能仪器</a:t>
            </a:r>
            <a:endParaRPr lang="en-US" altLang="zh-CN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青岛方寸间智能科技有限公司：五子棋、围棋智能电子棋盘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jb3VudCI6MiwiaGRpZCI6ImZjYWE3MzUyYmNhZWZlOTVlZTMxMGRhOGMyYTRjNGE5IiwidXNlckNvdW50Ijoy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">
      <a:majorFont>
        <a:latin typeface="思源黑体 CN Medium"/>
        <a:ea typeface="思源黑体 CN Medium"/>
        <a:cs typeface=""/>
      </a:majorFont>
      <a:minorFont>
        <a:latin typeface="思源黑体 CN ExtraLight"/>
        <a:ea typeface="思源黑体 CN Ex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Extra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374</Words>
  <Application>WPS 演示</Application>
  <PresentationFormat>宽屏</PresentationFormat>
  <Paragraphs>103</Paragraphs>
  <Slides>6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宋体</vt:lpstr>
      <vt:lpstr>Wingdings</vt:lpstr>
      <vt:lpstr>思源黑体 CN ExtraLight</vt:lpstr>
      <vt:lpstr>黑体</vt:lpstr>
      <vt:lpstr>微软雅黑</vt:lpstr>
      <vt:lpstr>Arial Black</vt:lpstr>
      <vt:lpstr>Arial Unicode MS</vt:lpstr>
      <vt:lpstr>思源黑体 CN Medium</vt:lpstr>
      <vt:lpstr>1_Office 主题​​</vt:lpstr>
      <vt:lpstr>PowerPoint 演示文稿</vt:lpstr>
      <vt:lpstr>数码管原理和结构图</vt:lpstr>
      <vt:lpstr>KST-51开发板数码管图</vt:lpstr>
      <vt:lpstr>数码管显示0的程序编写</vt:lpstr>
      <vt:lpstr>数码管真值表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ccs</cp:lastModifiedBy>
  <cp:revision>129</cp:revision>
  <dcterms:created xsi:type="dcterms:W3CDTF">2020-07-20T07:36:00Z</dcterms:created>
  <dcterms:modified xsi:type="dcterms:W3CDTF">2025-07-01T07:33:50Z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KSOTemplateUUID">
    <vt:lpwstr>v1.0_mb_iCO9wmVySDXo1sQXpH0/SQ==</vt:lpwstr>
  </property>
  <property fmtid="{D5CDD505-2E9C-101B-9397-08002B2CF9AE}" pid="4" name="ICV">
    <vt:lpwstr>91E6A3D7EBBA4D7D8574D3294ECBBD5D_13</vt:lpwstr>
  </property>
</Properties>
</file>