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04" r:id="rId3"/>
    <p:sldId id="347" r:id="rId4"/>
    <p:sldId id="345" r:id="rId5"/>
    <p:sldId id="346" r:id="rId6"/>
    <p:sldId id="310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6516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：逻辑运算和逻辑电路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阅读数据手册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72970" y="2205990"/>
            <a:ext cx="7679690" cy="3402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手册下载推荐：立创商城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9012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数据手册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endParaRPr lang="en-US" altLang="zh-CN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74CH138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数据手册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STC89C52RC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数据手册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7169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逻辑运算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92300" y="1013460"/>
            <a:ext cx="8154670" cy="40392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&amp;&amp;：逻辑与， F = A&amp;&amp;B   都为真则是真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||：逻辑或，F=A||B 任意一个为真则为真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!：逻辑非，F=!A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0b11001100                0b11110000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&amp;：按位与   F=A&amp;B    0b11000000        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|：按位或   F=A|B       0b11111100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~：按位取反 F=~A      0b00110011 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^：按位异或 F=A^B   0b00111100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相异为1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4" name="图片 81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0495" y="236220"/>
            <a:ext cx="5074285" cy="65138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WPS 演示</Application>
  <PresentationFormat>宽屏</PresentationFormat>
  <Paragraphs>47</Paragraphs>
  <Slides>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阅读数据手册</vt:lpstr>
      <vt:lpstr>逻辑运算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140</cp:revision>
  <dcterms:created xsi:type="dcterms:W3CDTF">2020-07-20T07:36:00Z</dcterms:created>
  <dcterms:modified xsi:type="dcterms:W3CDTF">2025-07-01T07:30:41Z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