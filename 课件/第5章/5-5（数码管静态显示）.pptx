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31" r:id="rId3"/>
    <p:sldId id="342" r:id="rId4"/>
    <p:sldId id="339" r:id="rId5"/>
    <p:sldId id="340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2706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5-5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数码管静态显示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数码管真值表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17411" name="表格 17410"/>
          <p:cNvGraphicFramePr/>
          <p:nvPr/>
        </p:nvGraphicFramePr>
        <p:xfrm>
          <a:off x="2423160" y="1557338"/>
          <a:ext cx="7345363" cy="2447925"/>
        </p:xfrm>
        <a:graphic>
          <a:graphicData uri="http://schemas.openxmlformats.org/drawingml/2006/table">
            <a:tbl>
              <a:tblPr/>
              <a:tblGrid>
                <a:gridCol w="815975"/>
                <a:gridCol w="815975"/>
                <a:gridCol w="815975"/>
                <a:gridCol w="815975"/>
                <a:gridCol w="815975"/>
                <a:gridCol w="815975"/>
                <a:gridCol w="815975"/>
                <a:gridCol w="815975"/>
                <a:gridCol w="817563"/>
              </a:tblGrid>
              <a:tr h="61277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字符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2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3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4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5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6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7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1188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数值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0xC0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0xF9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0xA4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0xB0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0x99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0x92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0x82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0xF8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1187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字符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8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9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B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C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D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E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F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277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数值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0x80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0x90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0x88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0x83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0xC6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0xA1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0x86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0x8E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>
                <a:latin typeface="黑体" panose="02010609060101010101" charset="-122"/>
                <a:ea typeface="黑体" panose="02010609060101010101" charset="-122"/>
              </a:rPr>
              <a:t>使用定时器的步骤</a:t>
            </a:r>
            <a:endParaRPr lang="zh-CN" altLang="en-US" sz="36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3290" y="1209675"/>
            <a:ext cx="10659110" cy="31642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第一：设置特殊功能寄存器TMOD，配置好工作模式。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第二：设置计数寄存器TH0和TL0的初值。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第三：设置TCON，通过TR0置1来让定时器开始计数。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第四：判断TCON寄存器的TF0位，监测定时器溢出情况。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8433"/>
          <p:cNvSpPr>
            <a:spLocks noGrp="1"/>
          </p:cNvSpPr>
          <p:nvPr>
            <p:ph type="title"/>
          </p:nvPr>
        </p:nvSpPr>
        <p:spPr>
          <a:xfrm>
            <a:off x="323850" y="2349500"/>
            <a:ext cx="11868150" cy="1078865"/>
          </a:xfrm>
        </p:spPr>
        <p:txBody>
          <a:bodyPr anchor="ctr" anchorCtr="0"/>
          <a:p>
            <a:pPr algn="ctr"/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数码管秒表程序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WPS 演示</Application>
  <PresentationFormat>宽屏</PresentationFormat>
  <Paragraphs>109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数码管真值表</vt:lpstr>
      <vt:lpstr>使用定时器的步骤</vt:lpstr>
      <vt:lpstr>数码管秒表程序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128</cp:revision>
  <dcterms:created xsi:type="dcterms:W3CDTF">2020-07-20T07:36:00Z</dcterms:created>
  <dcterms:modified xsi:type="dcterms:W3CDTF">2025-07-01T07:34:38Z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